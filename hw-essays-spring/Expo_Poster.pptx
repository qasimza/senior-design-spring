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7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8D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22" d="100"/>
          <a:sy n="22" d="100"/>
        </p:scale>
        <p:origin x="1728" y="18"/>
      </p:cViewPr>
      <p:guideLst>
        <p:guide orient="horz" pos="10368"/>
        <p:guide pos="1370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Zaina\OneDrive%20-%20University%20of%20Cincinnati\Fall%202022\CI%203001%20-%20Education%20Controversy%20and%20Change\Graph.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4800" b="0" i="0" u="none" strike="noStrike" kern="1200" spc="0" baseline="0">
                <a:solidFill>
                  <a:srgbClr val="1E8DF8"/>
                </a:solidFill>
                <a:latin typeface="Times New Roman" panose="02020603050405020304" pitchFamily="18" charset="0"/>
                <a:ea typeface="+mn-ea"/>
                <a:cs typeface="Times New Roman" panose="02020603050405020304" pitchFamily="18" charset="0"/>
              </a:defRPr>
            </a:pPr>
            <a:r>
              <a:rPr lang="en-US" sz="4800" b="1" dirty="0">
                <a:solidFill>
                  <a:srgbClr val="1E8DF8"/>
                </a:solidFill>
                <a:latin typeface="Rockwell" panose="02060603020205020403" pitchFamily="18" charset="0"/>
                <a:cs typeface="Times New Roman" panose="02020603050405020304" pitchFamily="18" charset="0"/>
              </a:rPr>
              <a:t>Timeline</a:t>
            </a:r>
            <a:r>
              <a:rPr lang="en-US" sz="4800" b="1" baseline="0" dirty="0">
                <a:solidFill>
                  <a:srgbClr val="1E8DF8"/>
                </a:solidFill>
                <a:latin typeface="Rockwell" panose="02060603020205020403" pitchFamily="18" charset="0"/>
                <a:cs typeface="Times New Roman" panose="02020603050405020304" pitchFamily="18" charset="0"/>
              </a:rPr>
              <a:t> of Project Phases</a:t>
            </a:r>
            <a:endParaRPr lang="en-US" sz="4800" b="1" dirty="0">
              <a:solidFill>
                <a:srgbClr val="1E8DF8"/>
              </a:solidFill>
              <a:latin typeface="Rockwell" panose="02060603020205020403" pitchFamily="18" charset="0"/>
              <a:cs typeface="Times New Roman" panose="02020603050405020304" pitchFamily="18" charset="0"/>
            </a:endParaRPr>
          </a:p>
        </c:rich>
      </c:tx>
      <c:layout>
        <c:manualLayout>
          <c:xMode val="edge"/>
          <c:yMode val="edge"/>
          <c:x val="0.23493345035634844"/>
          <c:y val="5.323329944076742E-3"/>
        </c:manualLayout>
      </c:layout>
      <c:overlay val="0"/>
      <c:spPr>
        <a:noFill/>
        <a:ln>
          <a:noFill/>
        </a:ln>
        <a:effectLst/>
      </c:spPr>
      <c:txPr>
        <a:bodyPr rot="0" spcFirstLastPara="1" vertOverflow="ellipsis" vert="horz" wrap="square" anchor="ctr" anchorCtr="1"/>
        <a:lstStyle/>
        <a:p>
          <a:pPr>
            <a:defRPr sz="4800" b="0" i="0" u="none" strike="noStrike" kern="1200" spc="0" baseline="0">
              <a:solidFill>
                <a:srgbClr val="1E8DF8"/>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manualLayout>
          <c:layoutTarget val="inner"/>
          <c:xMode val="edge"/>
          <c:yMode val="edge"/>
          <c:x val="0.44799648819477256"/>
          <c:y val="0.16520469975197324"/>
          <c:w val="0.4596442877122805"/>
          <c:h val="0.73690604860975994"/>
        </c:manualLayout>
      </c:layout>
      <c:barChart>
        <c:barDir val="bar"/>
        <c:grouping val="stacked"/>
        <c:varyColors val="0"/>
        <c:ser>
          <c:idx val="0"/>
          <c:order val="0"/>
          <c:tx>
            <c:strRef>
              <c:f>Sheet9!$B$1</c:f>
              <c:strCache>
                <c:ptCount val="1"/>
                <c:pt idx="0">
                  <c:v>Start Date</c:v>
                </c:pt>
              </c:strCache>
            </c:strRef>
          </c:tx>
          <c:spPr>
            <a:noFill/>
            <a:ln>
              <a:noFill/>
            </a:ln>
            <a:effectLst/>
          </c:spPr>
          <c:invertIfNegative val="0"/>
          <c:cat>
            <c:strRef>
              <c:f>Sheet9!$A$2:$A$10</c:f>
              <c:strCache>
                <c:ptCount val="9"/>
                <c:pt idx="0">
                  <c:v>Preliminary Research</c:v>
                </c:pt>
                <c:pt idx="1">
                  <c:v>Secondary Research </c:v>
                </c:pt>
                <c:pt idx="2">
                  <c:v>Prototyping and Designing </c:v>
                </c:pt>
                <c:pt idx="3">
                  <c:v>Development</c:v>
                </c:pt>
                <c:pt idx="4">
                  <c:v>Testing and Verification</c:v>
                </c:pt>
                <c:pt idx="5">
                  <c:v>Refining and Debugging</c:v>
                </c:pt>
                <c:pt idx="6">
                  <c:v>Validation and Deployment</c:v>
                </c:pt>
                <c:pt idx="7">
                  <c:v>Additional Features</c:v>
                </c:pt>
                <c:pt idx="8">
                  <c:v>Documentation</c:v>
                </c:pt>
              </c:strCache>
            </c:strRef>
          </c:cat>
          <c:val>
            <c:numRef>
              <c:f>Sheet9!$B$2:$B$10</c:f>
              <c:numCache>
                <c:formatCode>d\-mmm\-yy</c:formatCode>
                <c:ptCount val="9"/>
                <c:pt idx="0">
                  <c:v>44788</c:v>
                </c:pt>
                <c:pt idx="1">
                  <c:v>44891</c:v>
                </c:pt>
                <c:pt idx="2">
                  <c:v>44892</c:v>
                </c:pt>
                <c:pt idx="3">
                  <c:v>44930</c:v>
                </c:pt>
                <c:pt idx="4">
                  <c:v>44972</c:v>
                </c:pt>
                <c:pt idx="5">
                  <c:v>44984</c:v>
                </c:pt>
                <c:pt idx="6">
                  <c:v>44997</c:v>
                </c:pt>
                <c:pt idx="7">
                  <c:v>45012</c:v>
                </c:pt>
                <c:pt idx="8">
                  <c:v>44788</c:v>
                </c:pt>
              </c:numCache>
            </c:numRef>
          </c:val>
          <c:extLst>
            <c:ext xmlns:c16="http://schemas.microsoft.com/office/drawing/2014/chart" uri="{C3380CC4-5D6E-409C-BE32-E72D297353CC}">
              <c16:uniqueId val="{00000000-842B-4302-9C97-D31E6EDAE944}"/>
            </c:ext>
          </c:extLst>
        </c:ser>
        <c:ser>
          <c:idx val="1"/>
          <c:order val="1"/>
          <c:tx>
            <c:v>Days to Complete</c:v>
          </c:tx>
          <c:spPr>
            <a:solidFill>
              <a:srgbClr val="1E8DF8"/>
            </a:solidFill>
            <a:ln>
              <a:solidFill>
                <a:srgbClr val="1E8DF8"/>
              </a:solidFill>
            </a:ln>
            <a:effectLst/>
          </c:spPr>
          <c:invertIfNegative val="0"/>
          <c:cat>
            <c:strRef>
              <c:f>Sheet9!$A$2:$A$10</c:f>
              <c:strCache>
                <c:ptCount val="9"/>
                <c:pt idx="0">
                  <c:v>Preliminary Research</c:v>
                </c:pt>
                <c:pt idx="1">
                  <c:v>Secondary Research </c:v>
                </c:pt>
                <c:pt idx="2">
                  <c:v>Prototyping and Designing </c:v>
                </c:pt>
                <c:pt idx="3">
                  <c:v>Development</c:v>
                </c:pt>
                <c:pt idx="4">
                  <c:v>Testing and Verification</c:v>
                </c:pt>
                <c:pt idx="5">
                  <c:v>Refining and Debugging</c:v>
                </c:pt>
                <c:pt idx="6">
                  <c:v>Validation and Deployment</c:v>
                </c:pt>
                <c:pt idx="7">
                  <c:v>Additional Features</c:v>
                </c:pt>
                <c:pt idx="8">
                  <c:v>Documentation</c:v>
                </c:pt>
              </c:strCache>
            </c:strRef>
          </c:cat>
          <c:val>
            <c:numRef>
              <c:f>Sheet9!$D$2:$D$10</c:f>
              <c:numCache>
                <c:formatCode>General</c:formatCode>
                <c:ptCount val="9"/>
                <c:pt idx="0">
                  <c:v>103</c:v>
                </c:pt>
                <c:pt idx="1">
                  <c:v>145</c:v>
                </c:pt>
                <c:pt idx="2">
                  <c:v>22</c:v>
                </c:pt>
                <c:pt idx="3">
                  <c:v>41</c:v>
                </c:pt>
                <c:pt idx="4">
                  <c:v>11</c:v>
                </c:pt>
                <c:pt idx="5">
                  <c:v>12</c:v>
                </c:pt>
                <c:pt idx="6">
                  <c:v>14</c:v>
                </c:pt>
                <c:pt idx="7">
                  <c:v>24</c:v>
                </c:pt>
                <c:pt idx="8">
                  <c:v>248</c:v>
                </c:pt>
              </c:numCache>
            </c:numRef>
          </c:val>
          <c:extLst>
            <c:ext xmlns:c16="http://schemas.microsoft.com/office/drawing/2014/chart" uri="{C3380CC4-5D6E-409C-BE32-E72D297353CC}">
              <c16:uniqueId val="{00000001-842B-4302-9C97-D31E6EDAE944}"/>
            </c:ext>
          </c:extLst>
        </c:ser>
        <c:dLbls>
          <c:showLegendKey val="0"/>
          <c:showVal val="0"/>
          <c:showCatName val="0"/>
          <c:showSerName val="0"/>
          <c:showPercent val="0"/>
          <c:showBubbleSize val="0"/>
        </c:dLbls>
        <c:gapWidth val="150"/>
        <c:overlap val="100"/>
        <c:axId val="697230136"/>
        <c:axId val="697229496"/>
      </c:barChart>
      <c:catAx>
        <c:axId val="697230136"/>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3200" b="1" i="0" u="none" strike="noStrike" kern="1200" baseline="0">
                <a:solidFill>
                  <a:schemeClr val="tx1">
                    <a:lumMod val="65000"/>
                    <a:lumOff val="35000"/>
                  </a:schemeClr>
                </a:solidFill>
                <a:latin typeface="+mn-lt"/>
                <a:ea typeface="+mn-ea"/>
                <a:cs typeface="Times New Roman" panose="02020603050405020304" pitchFamily="18" charset="0"/>
              </a:defRPr>
            </a:pPr>
            <a:endParaRPr lang="en-US"/>
          </a:p>
        </c:txPr>
        <c:crossAx val="697229496"/>
        <c:crosses val="autoZero"/>
        <c:auto val="1"/>
        <c:lblAlgn val="ctr"/>
        <c:lblOffset val="100"/>
        <c:noMultiLvlLbl val="0"/>
      </c:catAx>
      <c:valAx>
        <c:axId val="697229496"/>
        <c:scaling>
          <c:orientation val="minMax"/>
          <c:min val="44774"/>
        </c:scaling>
        <c:delete val="0"/>
        <c:axPos val="b"/>
        <c:majorGridlines>
          <c:spPr>
            <a:ln w="9525" cap="flat" cmpd="sng" algn="ctr">
              <a:solidFill>
                <a:schemeClr val="tx1">
                  <a:lumMod val="15000"/>
                  <a:lumOff val="85000"/>
                </a:schemeClr>
              </a:solidFill>
              <a:round/>
            </a:ln>
            <a:effectLst/>
          </c:spPr>
        </c:majorGridlines>
        <c:numFmt formatCode="d\-mmm\-yy" sourceLinked="1"/>
        <c:majorTickMark val="out"/>
        <c:minorTickMark val="none"/>
        <c:tickLblPos val="nextTo"/>
        <c:spPr>
          <a:noFill/>
          <a:ln>
            <a:noFill/>
          </a:ln>
          <a:effectLst/>
        </c:spPr>
        <c:txPr>
          <a:bodyPr rot="1020000" spcFirstLastPara="1" vertOverflow="ellipsis" wrap="square" anchor="ctr" anchorCtr="1"/>
          <a:lstStyle/>
          <a:p>
            <a:pPr>
              <a:defRPr sz="2000" b="1" i="0" u="none" strike="noStrike" kern="1200" baseline="0">
                <a:solidFill>
                  <a:schemeClr val="tx1">
                    <a:lumMod val="65000"/>
                    <a:lumOff val="35000"/>
                  </a:schemeClr>
                </a:solidFill>
                <a:latin typeface="+mn-lt"/>
                <a:ea typeface="+mn-ea"/>
                <a:cs typeface="Times New Roman" panose="02020603050405020304" pitchFamily="18" charset="0"/>
              </a:defRPr>
            </a:pPr>
            <a:endParaRPr lang="en-US"/>
          </a:p>
        </c:txPr>
        <c:crossAx val="69723013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A05957-53B3-401E-9F4A-015C5FE36F8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5A0FFA44-0C3D-40CD-87A6-83311065B9E2}">
      <dgm:prSet custT="1"/>
      <dgm:spPr>
        <a:solidFill>
          <a:srgbClr val="1E8DF8"/>
        </a:solidFill>
      </dgm:spPr>
      <dgm:t>
        <a:bodyPr/>
        <a:lstStyle/>
        <a:p>
          <a:r>
            <a:rPr lang="en-US" sz="4400" b="1" dirty="0"/>
            <a:t>Member(s)</a:t>
          </a:r>
          <a:endParaRPr lang="en-US" sz="4400" dirty="0"/>
        </a:p>
      </dgm:t>
    </dgm:pt>
    <dgm:pt modelId="{115161A3-8F02-4331-88B5-0A800E438171}" type="parTrans" cxnId="{B3CB64E0-6935-4C0C-88A4-485172D1E755}">
      <dgm:prSet/>
      <dgm:spPr/>
      <dgm:t>
        <a:bodyPr/>
        <a:lstStyle/>
        <a:p>
          <a:endParaRPr lang="en-US"/>
        </a:p>
      </dgm:t>
    </dgm:pt>
    <dgm:pt modelId="{60ADF068-340D-4CEC-B63D-4799B8F94B8C}" type="sibTrans" cxnId="{B3CB64E0-6935-4C0C-88A4-485172D1E755}">
      <dgm:prSet/>
      <dgm:spPr/>
      <dgm:t>
        <a:bodyPr/>
        <a:lstStyle/>
        <a:p>
          <a:endParaRPr lang="en-US"/>
        </a:p>
      </dgm:t>
    </dgm:pt>
    <dgm:pt modelId="{85D44F0C-C1E6-4BF4-9918-88560CA94AC5}">
      <dgm:prSet custT="1"/>
      <dgm:spPr/>
      <dgm:t>
        <a:bodyPr/>
        <a:lstStyle/>
        <a:p>
          <a:pPr>
            <a:lnSpc>
              <a:spcPct val="100000"/>
            </a:lnSpc>
          </a:pPr>
          <a:r>
            <a:rPr lang="en-US" sz="3600" dirty="0"/>
            <a:t>Zaina Qasim</a:t>
          </a:r>
        </a:p>
      </dgm:t>
    </dgm:pt>
    <dgm:pt modelId="{7E5829CA-7278-4FA2-B1C6-F782810AC475}" type="parTrans" cxnId="{888D5F29-1CF7-4B14-96CC-F7DEA98E4B1F}">
      <dgm:prSet/>
      <dgm:spPr/>
      <dgm:t>
        <a:bodyPr/>
        <a:lstStyle/>
        <a:p>
          <a:endParaRPr lang="en-US"/>
        </a:p>
      </dgm:t>
    </dgm:pt>
    <dgm:pt modelId="{1BC5827C-52EA-48FB-AE8F-63588FDC369C}" type="sibTrans" cxnId="{888D5F29-1CF7-4B14-96CC-F7DEA98E4B1F}">
      <dgm:prSet/>
      <dgm:spPr/>
      <dgm:t>
        <a:bodyPr/>
        <a:lstStyle/>
        <a:p>
          <a:endParaRPr lang="en-US"/>
        </a:p>
      </dgm:t>
    </dgm:pt>
    <dgm:pt modelId="{E7B70F95-7A61-4C1F-BEDB-3518111F9D2A}">
      <dgm:prSet custT="1"/>
      <dgm:spPr/>
      <dgm:t>
        <a:bodyPr/>
        <a:lstStyle/>
        <a:p>
          <a:pPr>
            <a:lnSpc>
              <a:spcPct val="100000"/>
            </a:lnSpc>
          </a:pPr>
          <a:r>
            <a:rPr lang="en-US" sz="3600" dirty="0"/>
            <a:t>Program: Computer Science</a:t>
          </a:r>
        </a:p>
      </dgm:t>
    </dgm:pt>
    <dgm:pt modelId="{52DABEEB-0FE7-46D7-BE41-F04395D81E5B}" type="parTrans" cxnId="{45F46381-4F97-4408-9AE8-8851CC3E470D}">
      <dgm:prSet/>
      <dgm:spPr/>
      <dgm:t>
        <a:bodyPr/>
        <a:lstStyle/>
        <a:p>
          <a:endParaRPr lang="en-US"/>
        </a:p>
      </dgm:t>
    </dgm:pt>
    <dgm:pt modelId="{CDFDFFAB-FE69-4E38-AC3C-8F330AAB534C}" type="sibTrans" cxnId="{45F46381-4F97-4408-9AE8-8851CC3E470D}">
      <dgm:prSet/>
      <dgm:spPr/>
      <dgm:t>
        <a:bodyPr/>
        <a:lstStyle/>
        <a:p>
          <a:endParaRPr lang="en-US"/>
        </a:p>
      </dgm:t>
    </dgm:pt>
    <dgm:pt modelId="{95AC2124-413E-4AC8-9D24-B48F0ED45646}">
      <dgm:prSet custT="1"/>
      <dgm:spPr>
        <a:solidFill>
          <a:srgbClr val="1E8DF8"/>
        </a:solidFill>
      </dgm:spPr>
      <dgm:t>
        <a:bodyPr/>
        <a:lstStyle/>
        <a:p>
          <a:r>
            <a:rPr lang="en-US" sz="4400" b="1" dirty="0"/>
            <a:t>Faculty Advisor </a:t>
          </a:r>
          <a:endParaRPr lang="en-US" sz="4400" dirty="0"/>
        </a:p>
      </dgm:t>
    </dgm:pt>
    <dgm:pt modelId="{EA45201E-B1F6-4119-879A-054E61D91707}" type="parTrans" cxnId="{00750086-9847-46F1-A4AF-87C86A57DF6A}">
      <dgm:prSet/>
      <dgm:spPr/>
      <dgm:t>
        <a:bodyPr/>
        <a:lstStyle/>
        <a:p>
          <a:endParaRPr lang="en-US"/>
        </a:p>
      </dgm:t>
    </dgm:pt>
    <dgm:pt modelId="{EBA34E68-C4A8-41EF-9B58-DB77B445A69F}" type="sibTrans" cxnId="{00750086-9847-46F1-A4AF-87C86A57DF6A}">
      <dgm:prSet/>
      <dgm:spPr/>
      <dgm:t>
        <a:bodyPr/>
        <a:lstStyle/>
        <a:p>
          <a:endParaRPr lang="en-US"/>
        </a:p>
      </dgm:t>
    </dgm:pt>
    <dgm:pt modelId="{A5FD1D3A-B4BD-4F53-8801-1DEA115D1A39}">
      <dgm:prSet custT="1"/>
      <dgm:spPr/>
      <dgm:t>
        <a:bodyPr/>
        <a:lstStyle/>
        <a:p>
          <a:r>
            <a:rPr lang="en-US" sz="3600" dirty="0"/>
            <a:t>Fred </a:t>
          </a:r>
          <a:r>
            <a:rPr lang="en-US" sz="3600" dirty="0" err="1"/>
            <a:t>Annexstein</a:t>
          </a:r>
          <a:endParaRPr lang="en-US" sz="3600" dirty="0"/>
        </a:p>
      </dgm:t>
    </dgm:pt>
    <dgm:pt modelId="{67570114-5EF3-4001-AA00-A84283A15442}" type="parTrans" cxnId="{81AF2E8B-7B28-448D-8866-828AC697B8B5}">
      <dgm:prSet/>
      <dgm:spPr/>
      <dgm:t>
        <a:bodyPr/>
        <a:lstStyle/>
        <a:p>
          <a:endParaRPr lang="en-US"/>
        </a:p>
      </dgm:t>
    </dgm:pt>
    <dgm:pt modelId="{DA7886ED-BF8E-4474-9686-11EF9CBE7528}" type="sibTrans" cxnId="{81AF2E8B-7B28-448D-8866-828AC697B8B5}">
      <dgm:prSet/>
      <dgm:spPr/>
      <dgm:t>
        <a:bodyPr/>
        <a:lstStyle/>
        <a:p>
          <a:endParaRPr lang="en-US"/>
        </a:p>
      </dgm:t>
    </dgm:pt>
    <dgm:pt modelId="{37E7E2D2-31BA-404A-A6B6-0DDD1EA92BC9}" type="pres">
      <dgm:prSet presAssocID="{68A05957-53B3-401E-9F4A-015C5FE36F87}" presName="linear" presStyleCnt="0">
        <dgm:presLayoutVars>
          <dgm:dir/>
          <dgm:animLvl val="lvl"/>
          <dgm:resizeHandles val="exact"/>
        </dgm:presLayoutVars>
      </dgm:prSet>
      <dgm:spPr/>
    </dgm:pt>
    <dgm:pt modelId="{86918FE4-4EE5-4582-B996-6F94544B72BD}" type="pres">
      <dgm:prSet presAssocID="{5A0FFA44-0C3D-40CD-87A6-83311065B9E2}" presName="parentLin" presStyleCnt="0"/>
      <dgm:spPr/>
    </dgm:pt>
    <dgm:pt modelId="{7582F55E-1542-4598-8F24-5D3EA275278C}" type="pres">
      <dgm:prSet presAssocID="{5A0FFA44-0C3D-40CD-87A6-83311065B9E2}" presName="parentLeftMargin" presStyleLbl="node1" presStyleIdx="0" presStyleCnt="2"/>
      <dgm:spPr/>
    </dgm:pt>
    <dgm:pt modelId="{F6382D6A-C293-4AB3-A79E-6B05584AAA47}" type="pres">
      <dgm:prSet presAssocID="{5A0FFA44-0C3D-40CD-87A6-83311065B9E2}" presName="parentText" presStyleLbl="node1" presStyleIdx="0" presStyleCnt="2" custScaleY="44860" custLinFactNeighborY="-12102">
        <dgm:presLayoutVars>
          <dgm:chMax val="0"/>
          <dgm:bulletEnabled val="1"/>
        </dgm:presLayoutVars>
      </dgm:prSet>
      <dgm:spPr/>
    </dgm:pt>
    <dgm:pt modelId="{968747D9-02BE-4248-857F-797CB702D342}" type="pres">
      <dgm:prSet presAssocID="{5A0FFA44-0C3D-40CD-87A6-83311065B9E2}" presName="negativeSpace" presStyleCnt="0"/>
      <dgm:spPr/>
    </dgm:pt>
    <dgm:pt modelId="{D1D30EDD-8543-4C13-99AF-7769605A5018}" type="pres">
      <dgm:prSet presAssocID="{5A0FFA44-0C3D-40CD-87A6-83311065B9E2}" presName="childText" presStyleLbl="conFgAcc1" presStyleIdx="0" presStyleCnt="2" custScaleY="68036" custLinFactNeighborY="82966">
        <dgm:presLayoutVars>
          <dgm:bulletEnabled val="1"/>
        </dgm:presLayoutVars>
      </dgm:prSet>
      <dgm:spPr/>
    </dgm:pt>
    <dgm:pt modelId="{73F4229A-440A-45BA-87AB-AA5A0F5C4BCA}" type="pres">
      <dgm:prSet presAssocID="{60ADF068-340D-4CEC-B63D-4799B8F94B8C}" presName="spaceBetweenRectangles" presStyleCnt="0"/>
      <dgm:spPr/>
    </dgm:pt>
    <dgm:pt modelId="{53FFB96C-DCF9-4238-8D48-7C045EBD5A1F}" type="pres">
      <dgm:prSet presAssocID="{95AC2124-413E-4AC8-9D24-B48F0ED45646}" presName="parentLin" presStyleCnt="0"/>
      <dgm:spPr/>
    </dgm:pt>
    <dgm:pt modelId="{9A3FFEA3-11EF-4C27-9F5B-982C52A37218}" type="pres">
      <dgm:prSet presAssocID="{95AC2124-413E-4AC8-9D24-B48F0ED45646}" presName="parentLeftMargin" presStyleLbl="node1" presStyleIdx="0" presStyleCnt="2"/>
      <dgm:spPr/>
    </dgm:pt>
    <dgm:pt modelId="{193CAC55-465D-4AD4-9ECD-1537EE6470EC}" type="pres">
      <dgm:prSet presAssocID="{95AC2124-413E-4AC8-9D24-B48F0ED45646}" presName="parentText" presStyleLbl="node1" presStyleIdx="1" presStyleCnt="2" custScaleY="44726" custLinFactNeighborY="6051">
        <dgm:presLayoutVars>
          <dgm:chMax val="0"/>
          <dgm:bulletEnabled val="1"/>
        </dgm:presLayoutVars>
      </dgm:prSet>
      <dgm:spPr/>
    </dgm:pt>
    <dgm:pt modelId="{A0A9DD33-CD34-4F07-B19C-96D498C536F7}" type="pres">
      <dgm:prSet presAssocID="{95AC2124-413E-4AC8-9D24-B48F0ED45646}" presName="negativeSpace" presStyleCnt="0"/>
      <dgm:spPr/>
    </dgm:pt>
    <dgm:pt modelId="{B295B443-1BCC-4C0F-97E5-DD67EE512212}" type="pres">
      <dgm:prSet presAssocID="{95AC2124-413E-4AC8-9D24-B48F0ED45646}" presName="childText" presStyleLbl="conFgAcc1" presStyleIdx="1" presStyleCnt="2" custScaleY="75557" custLinFactNeighborY="70243">
        <dgm:presLayoutVars>
          <dgm:bulletEnabled val="1"/>
        </dgm:presLayoutVars>
      </dgm:prSet>
      <dgm:spPr/>
    </dgm:pt>
  </dgm:ptLst>
  <dgm:cxnLst>
    <dgm:cxn modelId="{E55C2E02-C439-46DF-BE84-44F53A2DA7EB}" type="presOf" srcId="{85D44F0C-C1E6-4BF4-9918-88560CA94AC5}" destId="{D1D30EDD-8543-4C13-99AF-7769605A5018}" srcOrd="0" destOrd="0" presId="urn:microsoft.com/office/officeart/2005/8/layout/list1"/>
    <dgm:cxn modelId="{B8F3DC18-10A4-47CD-BBFF-2792BB008CDD}" type="presOf" srcId="{95AC2124-413E-4AC8-9D24-B48F0ED45646}" destId="{193CAC55-465D-4AD4-9ECD-1537EE6470EC}" srcOrd="1" destOrd="0" presId="urn:microsoft.com/office/officeart/2005/8/layout/list1"/>
    <dgm:cxn modelId="{76AB8D22-7001-4413-A9CB-5919CF9916D1}" type="presOf" srcId="{A5FD1D3A-B4BD-4F53-8801-1DEA115D1A39}" destId="{B295B443-1BCC-4C0F-97E5-DD67EE512212}" srcOrd="0" destOrd="0" presId="urn:microsoft.com/office/officeart/2005/8/layout/list1"/>
    <dgm:cxn modelId="{888D5F29-1CF7-4B14-96CC-F7DEA98E4B1F}" srcId="{5A0FFA44-0C3D-40CD-87A6-83311065B9E2}" destId="{85D44F0C-C1E6-4BF4-9918-88560CA94AC5}" srcOrd="0" destOrd="0" parTransId="{7E5829CA-7278-4FA2-B1C6-F782810AC475}" sibTransId="{1BC5827C-52EA-48FB-AE8F-63588FDC369C}"/>
    <dgm:cxn modelId="{CE739435-4615-4D19-BD5A-EE5E9E093EE5}" type="presOf" srcId="{5A0FFA44-0C3D-40CD-87A6-83311065B9E2}" destId="{7582F55E-1542-4598-8F24-5D3EA275278C}" srcOrd="0" destOrd="0" presId="urn:microsoft.com/office/officeart/2005/8/layout/list1"/>
    <dgm:cxn modelId="{061AC46C-5A56-46C1-8A1B-CF5644EEF860}" type="presOf" srcId="{E7B70F95-7A61-4C1F-BEDB-3518111F9D2A}" destId="{D1D30EDD-8543-4C13-99AF-7769605A5018}" srcOrd="0" destOrd="1" presId="urn:microsoft.com/office/officeart/2005/8/layout/list1"/>
    <dgm:cxn modelId="{9A648B71-98B1-43F4-9DA3-69AF13B9EF6B}" type="presOf" srcId="{68A05957-53B3-401E-9F4A-015C5FE36F87}" destId="{37E7E2D2-31BA-404A-A6B6-0DDD1EA92BC9}" srcOrd="0" destOrd="0" presId="urn:microsoft.com/office/officeart/2005/8/layout/list1"/>
    <dgm:cxn modelId="{7414127A-359D-4BB0-94CB-A98A27CF4015}" type="presOf" srcId="{5A0FFA44-0C3D-40CD-87A6-83311065B9E2}" destId="{F6382D6A-C293-4AB3-A79E-6B05584AAA47}" srcOrd="1" destOrd="0" presId="urn:microsoft.com/office/officeart/2005/8/layout/list1"/>
    <dgm:cxn modelId="{45F46381-4F97-4408-9AE8-8851CC3E470D}" srcId="{5A0FFA44-0C3D-40CD-87A6-83311065B9E2}" destId="{E7B70F95-7A61-4C1F-BEDB-3518111F9D2A}" srcOrd="1" destOrd="0" parTransId="{52DABEEB-0FE7-46D7-BE41-F04395D81E5B}" sibTransId="{CDFDFFAB-FE69-4E38-AC3C-8F330AAB534C}"/>
    <dgm:cxn modelId="{00750086-9847-46F1-A4AF-87C86A57DF6A}" srcId="{68A05957-53B3-401E-9F4A-015C5FE36F87}" destId="{95AC2124-413E-4AC8-9D24-B48F0ED45646}" srcOrd="1" destOrd="0" parTransId="{EA45201E-B1F6-4119-879A-054E61D91707}" sibTransId="{EBA34E68-C4A8-41EF-9B58-DB77B445A69F}"/>
    <dgm:cxn modelId="{81AF2E8B-7B28-448D-8866-828AC697B8B5}" srcId="{95AC2124-413E-4AC8-9D24-B48F0ED45646}" destId="{A5FD1D3A-B4BD-4F53-8801-1DEA115D1A39}" srcOrd="0" destOrd="0" parTransId="{67570114-5EF3-4001-AA00-A84283A15442}" sibTransId="{DA7886ED-BF8E-4474-9686-11EF9CBE7528}"/>
    <dgm:cxn modelId="{85240E9C-9FBE-4973-8C6B-FE91CD7DE5A6}" type="presOf" srcId="{95AC2124-413E-4AC8-9D24-B48F0ED45646}" destId="{9A3FFEA3-11EF-4C27-9F5B-982C52A37218}" srcOrd="0" destOrd="0" presId="urn:microsoft.com/office/officeart/2005/8/layout/list1"/>
    <dgm:cxn modelId="{B3CB64E0-6935-4C0C-88A4-485172D1E755}" srcId="{68A05957-53B3-401E-9F4A-015C5FE36F87}" destId="{5A0FFA44-0C3D-40CD-87A6-83311065B9E2}" srcOrd="0" destOrd="0" parTransId="{115161A3-8F02-4331-88B5-0A800E438171}" sibTransId="{60ADF068-340D-4CEC-B63D-4799B8F94B8C}"/>
    <dgm:cxn modelId="{972E690D-1C52-4890-B74C-C0D56B85F952}" type="presParOf" srcId="{37E7E2D2-31BA-404A-A6B6-0DDD1EA92BC9}" destId="{86918FE4-4EE5-4582-B996-6F94544B72BD}" srcOrd="0" destOrd="0" presId="urn:microsoft.com/office/officeart/2005/8/layout/list1"/>
    <dgm:cxn modelId="{978804B7-9D97-477D-AA75-DFEADB78087F}" type="presParOf" srcId="{86918FE4-4EE5-4582-B996-6F94544B72BD}" destId="{7582F55E-1542-4598-8F24-5D3EA275278C}" srcOrd="0" destOrd="0" presId="urn:microsoft.com/office/officeart/2005/8/layout/list1"/>
    <dgm:cxn modelId="{AC03E0E7-65F1-43CF-90E4-3862B808C938}" type="presParOf" srcId="{86918FE4-4EE5-4582-B996-6F94544B72BD}" destId="{F6382D6A-C293-4AB3-A79E-6B05584AAA47}" srcOrd="1" destOrd="0" presId="urn:microsoft.com/office/officeart/2005/8/layout/list1"/>
    <dgm:cxn modelId="{877B6CE9-1571-4093-BA1F-07F7A72C4D4B}" type="presParOf" srcId="{37E7E2D2-31BA-404A-A6B6-0DDD1EA92BC9}" destId="{968747D9-02BE-4248-857F-797CB702D342}" srcOrd="1" destOrd="0" presId="urn:microsoft.com/office/officeart/2005/8/layout/list1"/>
    <dgm:cxn modelId="{84F7AC81-236D-4171-A64C-BDA63CF20513}" type="presParOf" srcId="{37E7E2D2-31BA-404A-A6B6-0DDD1EA92BC9}" destId="{D1D30EDD-8543-4C13-99AF-7769605A5018}" srcOrd="2" destOrd="0" presId="urn:microsoft.com/office/officeart/2005/8/layout/list1"/>
    <dgm:cxn modelId="{6B7AA918-4D96-44E5-8B44-CD1C4D500903}" type="presParOf" srcId="{37E7E2D2-31BA-404A-A6B6-0DDD1EA92BC9}" destId="{73F4229A-440A-45BA-87AB-AA5A0F5C4BCA}" srcOrd="3" destOrd="0" presId="urn:microsoft.com/office/officeart/2005/8/layout/list1"/>
    <dgm:cxn modelId="{1CAB7E5F-A45E-4BC6-8714-A521F578FD2E}" type="presParOf" srcId="{37E7E2D2-31BA-404A-A6B6-0DDD1EA92BC9}" destId="{53FFB96C-DCF9-4238-8D48-7C045EBD5A1F}" srcOrd="4" destOrd="0" presId="urn:microsoft.com/office/officeart/2005/8/layout/list1"/>
    <dgm:cxn modelId="{D0966981-3BCE-47A2-979F-D075650CBF56}" type="presParOf" srcId="{53FFB96C-DCF9-4238-8D48-7C045EBD5A1F}" destId="{9A3FFEA3-11EF-4C27-9F5B-982C52A37218}" srcOrd="0" destOrd="0" presId="urn:microsoft.com/office/officeart/2005/8/layout/list1"/>
    <dgm:cxn modelId="{AC2709A0-0C46-4A36-90B4-C67BE78F67CF}" type="presParOf" srcId="{53FFB96C-DCF9-4238-8D48-7C045EBD5A1F}" destId="{193CAC55-465D-4AD4-9ECD-1537EE6470EC}" srcOrd="1" destOrd="0" presId="urn:microsoft.com/office/officeart/2005/8/layout/list1"/>
    <dgm:cxn modelId="{5FE837E1-E3E7-4843-861B-1816AAC74CC7}" type="presParOf" srcId="{37E7E2D2-31BA-404A-A6B6-0DDD1EA92BC9}" destId="{A0A9DD33-CD34-4F07-B19C-96D498C536F7}" srcOrd="5" destOrd="0" presId="urn:microsoft.com/office/officeart/2005/8/layout/list1"/>
    <dgm:cxn modelId="{7DF8E88D-EC6C-44E0-9C70-982771843DBD}" type="presParOf" srcId="{37E7E2D2-31BA-404A-A6B6-0DDD1EA92BC9}" destId="{B295B443-1BCC-4C0F-97E5-DD67EE512212}" srcOrd="6"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BB16CAC-0747-444C-9E55-D72C2E4E5CB9}"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67E56F9A-4238-4C66-88F9-966277281067}">
      <dgm:prSet custT="1"/>
      <dgm:spPr/>
      <dgm:t>
        <a:bodyPr/>
        <a:lstStyle/>
        <a:p>
          <a:pPr algn="just">
            <a:lnSpc>
              <a:spcPct val="150000"/>
            </a:lnSpc>
          </a:pPr>
          <a:r>
            <a:rPr lang="en-US" sz="3600" b="1" dirty="0">
              <a:solidFill>
                <a:srgbClr val="1E8DF8"/>
              </a:solidFill>
            </a:rPr>
            <a:t>Data Cleaning – </a:t>
          </a:r>
          <a:r>
            <a:rPr lang="en-US" sz="3600" b="0" i="0" dirty="0"/>
            <a:t>Kaggle datasets posed data cleaning challenges in a project despite providing valuable information, requiring special attention to ensure data quality and consistency.</a:t>
          </a:r>
          <a:endParaRPr lang="en-US" sz="3600" b="0" dirty="0"/>
        </a:p>
      </dgm:t>
    </dgm:pt>
    <dgm:pt modelId="{8E030364-778E-46DC-A6DB-B3DC24191AAF}" type="parTrans" cxnId="{F8A80C39-53D8-446F-BEBF-CD7348363B75}">
      <dgm:prSet/>
      <dgm:spPr/>
      <dgm:t>
        <a:bodyPr/>
        <a:lstStyle/>
        <a:p>
          <a:pPr algn="just">
            <a:lnSpc>
              <a:spcPct val="150000"/>
            </a:lnSpc>
          </a:pPr>
          <a:endParaRPr lang="en-US" sz="3600"/>
        </a:p>
      </dgm:t>
    </dgm:pt>
    <dgm:pt modelId="{9A995642-E461-4160-A566-94ED96AC7334}" type="sibTrans" cxnId="{F8A80C39-53D8-446F-BEBF-CD7348363B75}">
      <dgm:prSet/>
      <dgm:spPr/>
      <dgm:t>
        <a:bodyPr/>
        <a:lstStyle/>
        <a:p>
          <a:pPr algn="just">
            <a:lnSpc>
              <a:spcPct val="150000"/>
            </a:lnSpc>
          </a:pPr>
          <a:endParaRPr lang="en-US" sz="3600"/>
        </a:p>
      </dgm:t>
    </dgm:pt>
    <dgm:pt modelId="{5D0A5A8B-E783-4302-A570-E4D3E8EB88AB}">
      <dgm:prSet custT="1"/>
      <dgm:spPr/>
      <dgm:t>
        <a:bodyPr/>
        <a:lstStyle/>
        <a:p>
          <a:pPr algn="just">
            <a:lnSpc>
              <a:spcPct val="150000"/>
            </a:lnSpc>
          </a:pPr>
          <a:r>
            <a:rPr lang="en-US" sz="3600" b="1" dirty="0">
              <a:solidFill>
                <a:srgbClr val="1E8DF8"/>
              </a:solidFill>
            </a:rPr>
            <a:t>Technical Knowledge and Time - </a:t>
          </a:r>
          <a:r>
            <a:rPr lang="en-US" sz="3600" b="0" i="0" dirty="0"/>
            <a:t>The app's frontend was built with Ionic for Android and its backend with Flask, but complications led to a switch to a lighter Flask app, while the challenge of mastering musical terms arose for accurate music categorization and personalized recommendations.</a:t>
          </a:r>
          <a:endParaRPr lang="en-US" sz="3600" dirty="0"/>
        </a:p>
      </dgm:t>
    </dgm:pt>
    <dgm:pt modelId="{1389D9EE-484A-4962-AB00-36BA5AE85414}" type="parTrans" cxnId="{86B71471-8A75-491A-B6E4-4D9989A5B551}">
      <dgm:prSet/>
      <dgm:spPr/>
      <dgm:t>
        <a:bodyPr/>
        <a:lstStyle/>
        <a:p>
          <a:pPr algn="just">
            <a:lnSpc>
              <a:spcPct val="150000"/>
            </a:lnSpc>
          </a:pPr>
          <a:endParaRPr lang="en-US" sz="3600"/>
        </a:p>
      </dgm:t>
    </dgm:pt>
    <dgm:pt modelId="{8417D25F-4E99-4DC5-BC86-A866E8DDB4CB}" type="sibTrans" cxnId="{86B71471-8A75-491A-B6E4-4D9989A5B551}">
      <dgm:prSet/>
      <dgm:spPr/>
      <dgm:t>
        <a:bodyPr/>
        <a:lstStyle/>
        <a:p>
          <a:pPr algn="just">
            <a:lnSpc>
              <a:spcPct val="150000"/>
            </a:lnSpc>
          </a:pPr>
          <a:endParaRPr lang="en-US" sz="3600"/>
        </a:p>
      </dgm:t>
    </dgm:pt>
    <dgm:pt modelId="{ECD0DA6E-B4FA-4DEE-9F4F-08565A63D1DE}">
      <dgm:prSet custT="1"/>
      <dgm:spPr/>
      <dgm:t>
        <a:bodyPr/>
        <a:lstStyle/>
        <a:p>
          <a:pPr algn="just">
            <a:lnSpc>
              <a:spcPct val="150000"/>
            </a:lnSpc>
          </a:pPr>
          <a:r>
            <a:rPr lang="en-US" sz="3600" b="1" dirty="0">
              <a:solidFill>
                <a:srgbClr val="1E8DF8"/>
              </a:solidFill>
            </a:rPr>
            <a:t>Diversity and Cultural</a:t>
          </a:r>
          <a:r>
            <a:rPr lang="en-US" sz="3600" dirty="0">
              <a:solidFill>
                <a:srgbClr val="1E8DF8"/>
              </a:solidFill>
            </a:rPr>
            <a:t> </a:t>
          </a:r>
          <a:r>
            <a:rPr lang="en-US" sz="3600" b="1" dirty="0">
              <a:solidFill>
                <a:srgbClr val="1E8DF8"/>
              </a:solidFill>
            </a:rPr>
            <a:t>Challenges</a:t>
          </a:r>
          <a:r>
            <a:rPr lang="en-US" sz="3600" dirty="0">
              <a:solidFill>
                <a:srgbClr val="1E8DF8"/>
              </a:solidFill>
            </a:rPr>
            <a:t>- </a:t>
          </a:r>
          <a:r>
            <a:rPr lang="en-US" sz="3600" b="0" i="0" dirty="0"/>
            <a:t>Music, with its varied cultural influences such as language and instrumentation, encompasses diverse genres unique to geographical, ethnic, religious, or linguistic groups, making it unfeasible to develop a comprehensive solution applicable to all types of music.</a:t>
          </a:r>
          <a:endParaRPr lang="en-US" sz="3600" dirty="0"/>
        </a:p>
      </dgm:t>
    </dgm:pt>
    <dgm:pt modelId="{A52B518A-C030-4097-A317-76B48C08EEEE}" type="parTrans" cxnId="{065791C7-B3B3-4257-8377-452148F248FF}">
      <dgm:prSet/>
      <dgm:spPr/>
      <dgm:t>
        <a:bodyPr/>
        <a:lstStyle/>
        <a:p>
          <a:pPr algn="just">
            <a:lnSpc>
              <a:spcPct val="150000"/>
            </a:lnSpc>
          </a:pPr>
          <a:endParaRPr lang="en-US" sz="3600"/>
        </a:p>
      </dgm:t>
    </dgm:pt>
    <dgm:pt modelId="{CC919F3F-5A29-45B1-B12F-C1CA8CC4F8D7}" type="sibTrans" cxnId="{065791C7-B3B3-4257-8377-452148F248FF}">
      <dgm:prSet/>
      <dgm:spPr/>
      <dgm:t>
        <a:bodyPr/>
        <a:lstStyle/>
        <a:p>
          <a:pPr algn="just">
            <a:lnSpc>
              <a:spcPct val="150000"/>
            </a:lnSpc>
          </a:pPr>
          <a:endParaRPr lang="en-US" sz="3600"/>
        </a:p>
      </dgm:t>
    </dgm:pt>
    <dgm:pt modelId="{603EF1F1-31A7-4999-AA85-1D9481D11F75}" type="pres">
      <dgm:prSet presAssocID="{4BB16CAC-0747-444C-9E55-D72C2E4E5CB9}" presName="vert0" presStyleCnt="0">
        <dgm:presLayoutVars>
          <dgm:dir/>
          <dgm:animOne val="branch"/>
          <dgm:animLvl val="lvl"/>
        </dgm:presLayoutVars>
      </dgm:prSet>
      <dgm:spPr/>
    </dgm:pt>
    <dgm:pt modelId="{8EB71A02-A8A0-41A7-B4CB-CF0EB5D63049}" type="pres">
      <dgm:prSet presAssocID="{67E56F9A-4238-4C66-88F9-966277281067}" presName="thickLine" presStyleLbl="alignNode1" presStyleIdx="0" presStyleCnt="3"/>
      <dgm:spPr/>
    </dgm:pt>
    <dgm:pt modelId="{09042DAB-8609-4081-99B3-CD8F917A0FE2}" type="pres">
      <dgm:prSet presAssocID="{67E56F9A-4238-4C66-88F9-966277281067}" presName="horz1" presStyleCnt="0"/>
      <dgm:spPr/>
    </dgm:pt>
    <dgm:pt modelId="{6B50BA27-6B73-42E3-9A6A-878BC9FAA29C}" type="pres">
      <dgm:prSet presAssocID="{67E56F9A-4238-4C66-88F9-966277281067}" presName="tx1" presStyleLbl="revTx" presStyleIdx="0" presStyleCnt="3" custScaleY="16828"/>
      <dgm:spPr/>
    </dgm:pt>
    <dgm:pt modelId="{EC942C5A-F3BF-4352-914F-E0823EF54E8E}" type="pres">
      <dgm:prSet presAssocID="{67E56F9A-4238-4C66-88F9-966277281067}" presName="vert1" presStyleCnt="0"/>
      <dgm:spPr/>
    </dgm:pt>
    <dgm:pt modelId="{3D0545DF-8A85-49B1-BF0C-1E7568A3BEF3}" type="pres">
      <dgm:prSet presAssocID="{5D0A5A8B-E783-4302-A570-E4D3E8EB88AB}" presName="thickLine" presStyleLbl="alignNode1" presStyleIdx="1" presStyleCnt="3"/>
      <dgm:spPr/>
    </dgm:pt>
    <dgm:pt modelId="{8E80E5D4-76A2-4593-9805-32E4E28F834A}" type="pres">
      <dgm:prSet presAssocID="{5D0A5A8B-E783-4302-A570-E4D3E8EB88AB}" presName="horz1" presStyleCnt="0"/>
      <dgm:spPr/>
    </dgm:pt>
    <dgm:pt modelId="{FB0C9BAD-2FA5-4C2B-ADE6-8A8B5B5064CF}" type="pres">
      <dgm:prSet presAssocID="{5D0A5A8B-E783-4302-A570-E4D3E8EB88AB}" presName="tx1" presStyleLbl="revTx" presStyleIdx="1" presStyleCnt="3" custScaleY="24539"/>
      <dgm:spPr/>
    </dgm:pt>
    <dgm:pt modelId="{3485EAC3-316C-46F3-B09E-2217D3671598}" type="pres">
      <dgm:prSet presAssocID="{5D0A5A8B-E783-4302-A570-E4D3E8EB88AB}" presName="vert1" presStyleCnt="0"/>
      <dgm:spPr/>
    </dgm:pt>
    <dgm:pt modelId="{B7BF158B-31DE-4A84-8F9E-7F24A643DB61}" type="pres">
      <dgm:prSet presAssocID="{ECD0DA6E-B4FA-4DEE-9F4F-08565A63D1DE}" presName="thickLine" presStyleLbl="alignNode1" presStyleIdx="2" presStyleCnt="3"/>
      <dgm:spPr/>
    </dgm:pt>
    <dgm:pt modelId="{5216821E-9AF5-41A9-8A8E-6219B58DBF11}" type="pres">
      <dgm:prSet presAssocID="{ECD0DA6E-B4FA-4DEE-9F4F-08565A63D1DE}" presName="horz1" presStyleCnt="0"/>
      <dgm:spPr/>
    </dgm:pt>
    <dgm:pt modelId="{2FE580AF-3753-40F4-9B98-B2843F447349}" type="pres">
      <dgm:prSet presAssocID="{ECD0DA6E-B4FA-4DEE-9F4F-08565A63D1DE}" presName="tx1" presStyleLbl="revTx" presStyleIdx="2" presStyleCnt="3"/>
      <dgm:spPr/>
    </dgm:pt>
    <dgm:pt modelId="{70339BC1-155A-4C4F-9533-574CC3084F73}" type="pres">
      <dgm:prSet presAssocID="{ECD0DA6E-B4FA-4DEE-9F4F-08565A63D1DE}" presName="vert1" presStyleCnt="0"/>
      <dgm:spPr/>
    </dgm:pt>
  </dgm:ptLst>
  <dgm:cxnLst>
    <dgm:cxn modelId="{F8A80C39-53D8-446F-BEBF-CD7348363B75}" srcId="{4BB16CAC-0747-444C-9E55-D72C2E4E5CB9}" destId="{67E56F9A-4238-4C66-88F9-966277281067}" srcOrd="0" destOrd="0" parTransId="{8E030364-778E-46DC-A6DB-B3DC24191AAF}" sibTransId="{9A995642-E461-4160-A566-94ED96AC7334}"/>
    <dgm:cxn modelId="{86B71471-8A75-491A-B6E4-4D9989A5B551}" srcId="{4BB16CAC-0747-444C-9E55-D72C2E4E5CB9}" destId="{5D0A5A8B-E783-4302-A570-E4D3E8EB88AB}" srcOrd="1" destOrd="0" parTransId="{1389D9EE-484A-4962-AB00-36BA5AE85414}" sibTransId="{8417D25F-4E99-4DC5-BC86-A866E8DDB4CB}"/>
    <dgm:cxn modelId="{7067AA7A-D5CC-4BDB-BFA8-94600E39B7F8}" type="presOf" srcId="{67E56F9A-4238-4C66-88F9-966277281067}" destId="{6B50BA27-6B73-42E3-9A6A-878BC9FAA29C}" srcOrd="0" destOrd="0" presId="urn:microsoft.com/office/officeart/2008/layout/LinedList"/>
    <dgm:cxn modelId="{8E510EB8-48D4-44F2-B928-470F09E378A4}" type="presOf" srcId="{ECD0DA6E-B4FA-4DEE-9F4F-08565A63D1DE}" destId="{2FE580AF-3753-40F4-9B98-B2843F447349}" srcOrd="0" destOrd="0" presId="urn:microsoft.com/office/officeart/2008/layout/LinedList"/>
    <dgm:cxn modelId="{065791C7-B3B3-4257-8377-452148F248FF}" srcId="{4BB16CAC-0747-444C-9E55-D72C2E4E5CB9}" destId="{ECD0DA6E-B4FA-4DEE-9F4F-08565A63D1DE}" srcOrd="2" destOrd="0" parTransId="{A52B518A-C030-4097-A317-76B48C08EEEE}" sibTransId="{CC919F3F-5A29-45B1-B12F-C1CA8CC4F8D7}"/>
    <dgm:cxn modelId="{B5D110F3-A378-4819-A904-E94BEACBD2A4}" type="presOf" srcId="{4BB16CAC-0747-444C-9E55-D72C2E4E5CB9}" destId="{603EF1F1-31A7-4999-AA85-1D9481D11F75}" srcOrd="0" destOrd="0" presId="urn:microsoft.com/office/officeart/2008/layout/LinedList"/>
    <dgm:cxn modelId="{F7DC4BF5-7A7D-41E2-9F9C-18D56E7579C7}" type="presOf" srcId="{5D0A5A8B-E783-4302-A570-E4D3E8EB88AB}" destId="{FB0C9BAD-2FA5-4C2B-ADE6-8A8B5B5064CF}" srcOrd="0" destOrd="0" presId="urn:microsoft.com/office/officeart/2008/layout/LinedList"/>
    <dgm:cxn modelId="{2BA63CDF-A1DA-4CF7-9FEE-81DEDE61D24E}" type="presParOf" srcId="{603EF1F1-31A7-4999-AA85-1D9481D11F75}" destId="{8EB71A02-A8A0-41A7-B4CB-CF0EB5D63049}" srcOrd="0" destOrd="0" presId="urn:microsoft.com/office/officeart/2008/layout/LinedList"/>
    <dgm:cxn modelId="{41BC71F3-37F9-4082-A9E7-8F772EE05D6E}" type="presParOf" srcId="{603EF1F1-31A7-4999-AA85-1D9481D11F75}" destId="{09042DAB-8609-4081-99B3-CD8F917A0FE2}" srcOrd="1" destOrd="0" presId="urn:microsoft.com/office/officeart/2008/layout/LinedList"/>
    <dgm:cxn modelId="{7E7B86B9-9984-45C0-ACC6-2F7427D73128}" type="presParOf" srcId="{09042DAB-8609-4081-99B3-CD8F917A0FE2}" destId="{6B50BA27-6B73-42E3-9A6A-878BC9FAA29C}" srcOrd="0" destOrd="0" presId="urn:microsoft.com/office/officeart/2008/layout/LinedList"/>
    <dgm:cxn modelId="{55C2F31D-0556-4DD2-B5C8-50A1766D65C2}" type="presParOf" srcId="{09042DAB-8609-4081-99B3-CD8F917A0FE2}" destId="{EC942C5A-F3BF-4352-914F-E0823EF54E8E}" srcOrd="1" destOrd="0" presId="urn:microsoft.com/office/officeart/2008/layout/LinedList"/>
    <dgm:cxn modelId="{D924EF43-33E4-4527-A5CE-D181A81EDAB0}" type="presParOf" srcId="{603EF1F1-31A7-4999-AA85-1D9481D11F75}" destId="{3D0545DF-8A85-49B1-BF0C-1E7568A3BEF3}" srcOrd="2" destOrd="0" presId="urn:microsoft.com/office/officeart/2008/layout/LinedList"/>
    <dgm:cxn modelId="{12EA4471-6AA8-41E6-AD6F-CFEAD8F7083B}" type="presParOf" srcId="{603EF1F1-31A7-4999-AA85-1D9481D11F75}" destId="{8E80E5D4-76A2-4593-9805-32E4E28F834A}" srcOrd="3" destOrd="0" presId="urn:microsoft.com/office/officeart/2008/layout/LinedList"/>
    <dgm:cxn modelId="{22EFA0D9-E790-4B7A-B385-6D0EF9A0E976}" type="presParOf" srcId="{8E80E5D4-76A2-4593-9805-32E4E28F834A}" destId="{FB0C9BAD-2FA5-4C2B-ADE6-8A8B5B5064CF}" srcOrd="0" destOrd="0" presId="urn:microsoft.com/office/officeart/2008/layout/LinedList"/>
    <dgm:cxn modelId="{4912FE1B-46CD-400A-AEA4-91397A8BA8A9}" type="presParOf" srcId="{8E80E5D4-76A2-4593-9805-32E4E28F834A}" destId="{3485EAC3-316C-46F3-B09E-2217D3671598}" srcOrd="1" destOrd="0" presId="urn:microsoft.com/office/officeart/2008/layout/LinedList"/>
    <dgm:cxn modelId="{A5A94988-20D8-4C3B-9409-0366AD33EA36}" type="presParOf" srcId="{603EF1F1-31A7-4999-AA85-1D9481D11F75}" destId="{B7BF158B-31DE-4A84-8F9E-7F24A643DB61}" srcOrd="4" destOrd="0" presId="urn:microsoft.com/office/officeart/2008/layout/LinedList"/>
    <dgm:cxn modelId="{5CB5931A-C6DE-4B59-A965-09EA778E2B66}" type="presParOf" srcId="{603EF1F1-31A7-4999-AA85-1D9481D11F75}" destId="{5216821E-9AF5-41A9-8A8E-6219B58DBF11}" srcOrd="5" destOrd="0" presId="urn:microsoft.com/office/officeart/2008/layout/LinedList"/>
    <dgm:cxn modelId="{DA559D89-0A6D-4AEF-901F-BC7E4F6E10CA}" type="presParOf" srcId="{5216821E-9AF5-41A9-8A8E-6219B58DBF11}" destId="{2FE580AF-3753-40F4-9B98-B2843F447349}" srcOrd="0" destOrd="0" presId="urn:microsoft.com/office/officeart/2008/layout/LinedList"/>
    <dgm:cxn modelId="{9AC1384D-6CDE-47A9-8B10-04E8477E8325}" type="presParOf" srcId="{5216821E-9AF5-41A9-8A8E-6219B58DBF11}" destId="{70339BC1-155A-4C4F-9533-574CC3084F73}" srcOrd="1" destOrd="0" presId="urn:microsoft.com/office/officeart/2008/layout/LinedList"/>
  </dgm:cxnLst>
  <dgm:bg/>
  <dgm:whole>
    <a:ln>
      <a:noFill/>
    </a:ln>
  </dgm:whole>
  <dgm:extLst>
    <a:ext uri="http://schemas.microsoft.com/office/drawing/2008/diagram">
      <dsp:dataModelExt xmlns:dsp="http://schemas.microsoft.com/office/drawing/2008/diagram" relId="rId15"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D30EDD-8543-4C13-99AF-7769605A5018}">
      <dsp:nvSpPr>
        <dsp:cNvPr id="0" name=""/>
        <dsp:cNvSpPr/>
      </dsp:nvSpPr>
      <dsp:spPr>
        <a:xfrm>
          <a:off x="0" y="1809118"/>
          <a:ext cx="11840933" cy="1920248"/>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8988" tIns="458216" rIns="918988" bIns="256032" numCol="1" spcCol="1270" anchor="t" anchorCtr="0">
          <a:noAutofit/>
        </a:bodyPr>
        <a:lstStyle/>
        <a:p>
          <a:pPr marL="285750" lvl="1" indent="-285750" algn="l" defTabSz="1600200">
            <a:lnSpc>
              <a:spcPct val="100000"/>
            </a:lnSpc>
            <a:spcBef>
              <a:spcPct val="0"/>
            </a:spcBef>
            <a:spcAft>
              <a:spcPct val="15000"/>
            </a:spcAft>
            <a:buChar char="•"/>
          </a:pPr>
          <a:r>
            <a:rPr lang="en-US" sz="3600" kern="1200" dirty="0"/>
            <a:t>Zaina Qasim</a:t>
          </a:r>
        </a:p>
        <a:p>
          <a:pPr marL="285750" lvl="1" indent="-285750" algn="l" defTabSz="1600200">
            <a:lnSpc>
              <a:spcPct val="100000"/>
            </a:lnSpc>
            <a:spcBef>
              <a:spcPct val="0"/>
            </a:spcBef>
            <a:spcAft>
              <a:spcPct val="15000"/>
            </a:spcAft>
            <a:buChar char="•"/>
          </a:pPr>
          <a:r>
            <a:rPr lang="en-US" sz="3600" kern="1200" dirty="0"/>
            <a:t>Program: Computer Science</a:t>
          </a:r>
        </a:p>
      </dsp:txBody>
      <dsp:txXfrm>
        <a:off x="0" y="1809118"/>
        <a:ext cx="11840933" cy="1920248"/>
      </dsp:txXfrm>
    </dsp:sp>
    <dsp:sp modelId="{F6382D6A-C293-4AB3-A79E-6B05584AAA47}">
      <dsp:nvSpPr>
        <dsp:cNvPr id="0" name=""/>
        <dsp:cNvSpPr/>
      </dsp:nvSpPr>
      <dsp:spPr>
        <a:xfrm>
          <a:off x="592046" y="1390856"/>
          <a:ext cx="8288653" cy="847531"/>
        </a:xfrm>
        <a:prstGeom prst="roundRect">
          <a:avLst/>
        </a:prstGeom>
        <a:solidFill>
          <a:srgbClr val="1E8DF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3291" tIns="0" rIns="313291" bIns="0" numCol="1" spcCol="1270" anchor="ctr" anchorCtr="0">
          <a:noAutofit/>
        </a:bodyPr>
        <a:lstStyle/>
        <a:p>
          <a:pPr marL="0" lvl="0" indent="0" algn="l" defTabSz="1955800">
            <a:lnSpc>
              <a:spcPct val="90000"/>
            </a:lnSpc>
            <a:spcBef>
              <a:spcPct val="0"/>
            </a:spcBef>
            <a:spcAft>
              <a:spcPct val="35000"/>
            </a:spcAft>
            <a:buNone/>
          </a:pPr>
          <a:r>
            <a:rPr lang="en-US" sz="4400" b="1" kern="1200" dirty="0"/>
            <a:t>Member(s)</a:t>
          </a:r>
          <a:endParaRPr lang="en-US" sz="4400" kern="1200" dirty="0"/>
        </a:p>
      </dsp:txBody>
      <dsp:txXfrm>
        <a:off x="633419" y="1432229"/>
        <a:ext cx="8205907" cy="764785"/>
      </dsp:txXfrm>
    </dsp:sp>
    <dsp:sp modelId="{B295B443-1BCC-4C0F-97E5-DD67EE512212}">
      <dsp:nvSpPr>
        <dsp:cNvPr id="0" name=""/>
        <dsp:cNvSpPr/>
      </dsp:nvSpPr>
      <dsp:spPr>
        <a:xfrm>
          <a:off x="0" y="4352139"/>
          <a:ext cx="11840933" cy="159939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18988" tIns="458216" rIns="918988" bIns="256032" numCol="1" spcCol="1270" anchor="t" anchorCtr="0">
          <a:noAutofit/>
        </a:bodyPr>
        <a:lstStyle/>
        <a:p>
          <a:pPr marL="285750" lvl="1" indent="-285750" algn="l" defTabSz="1600200">
            <a:lnSpc>
              <a:spcPct val="90000"/>
            </a:lnSpc>
            <a:spcBef>
              <a:spcPct val="0"/>
            </a:spcBef>
            <a:spcAft>
              <a:spcPct val="15000"/>
            </a:spcAft>
            <a:buChar char="•"/>
          </a:pPr>
          <a:r>
            <a:rPr lang="en-US" sz="3600" kern="1200" dirty="0"/>
            <a:t>Fred </a:t>
          </a:r>
          <a:r>
            <a:rPr lang="en-US" sz="3600" kern="1200" dirty="0" err="1"/>
            <a:t>Annexstein</a:t>
          </a:r>
          <a:endParaRPr lang="en-US" sz="3600" kern="1200" dirty="0"/>
        </a:p>
      </dsp:txBody>
      <dsp:txXfrm>
        <a:off x="0" y="4352139"/>
        <a:ext cx="11840933" cy="1599390"/>
      </dsp:txXfrm>
    </dsp:sp>
    <dsp:sp modelId="{193CAC55-465D-4AD4-9ECD-1537EE6470EC}">
      <dsp:nvSpPr>
        <dsp:cNvPr id="0" name=""/>
        <dsp:cNvSpPr/>
      </dsp:nvSpPr>
      <dsp:spPr>
        <a:xfrm>
          <a:off x="592046" y="3902556"/>
          <a:ext cx="8288653" cy="844999"/>
        </a:xfrm>
        <a:prstGeom prst="roundRect">
          <a:avLst/>
        </a:prstGeom>
        <a:solidFill>
          <a:srgbClr val="1E8DF8"/>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3291" tIns="0" rIns="313291" bIns="0" numCol="1" spcCol="1270" anchor="ctr" anchorCtr="0">
          <a:noAutofit/>
        </a:bodyPr>
        <a:lstStyle/>
        <a:p>
          <a:pPr marL="0" lvl="0" indent="0" algn="l" defTabSz="1955800">
            <a:lnSpc>
              <a:spcPct val="90000"/>
            </a:lnSpc>
            <a:spcBef>
              <a:spcPct val="0"/>
            </a:spcBef>
            <a:spcAft>
              <a:spcPct val="35000"/>
            </a:spcAft>
            <a:buNone/>
          </a:pPr>
          <a:r>
            <a:rPr lang="en-US" sz="4400" b="1" kern="1200" dirty="0"/>
            <a:t>Faculty Advisor </a:t>
          </a:r>
          <a:endParaRPr lang="en-US" sz="4400" kern="1200" dirty="0"/>
        </a:p>
      </dsp:txBody>
      <dsp:txXfrm>
        <a:off x="633295" y="3943805"/>
        <a:ext cx="8206155" cy="7625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B71A02-A8A0-41A7-B4CB-CF0EB5D63049}">
      <dsp:nvSpPr>
        <dsp:cNvPr id="0" name=""/>
        <dsp:cNvSpPr/>
      </dsp:nvSpPr>
      <dsp:spPr>
        <a:xfrm>
          <a:off x="0" y="6403"/>
          <a:ext cx="12970638"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50BA27-6B73-42E3-9A6A-878BC9FAA29C}">
      <dsp:nvSpPr>
        <dsp:cNvPr id="0" name=""/>
        <dsp:cNvSpPr/>
      </dsp:nvSpPr>
      <dsp:spPr>
        <a:xfrm>
          <a:off x="0" y="6403"/>
          <a:ext cx="12970638" cy="31025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just" defTabSz="1600200">
            <a:lnSpc>
              <a:spcPct val="150000"/>
            </a:lnSpc>
            <a:spcBef>
              <a:spcPct val="0"/>
            </a:spcBef>
            <a:spcAft>
              <a:spcPct val="35000"/>
            </a:spcAft>
            <a:buNone/>
          </a:pPr>
          <a:r>
            <a:rPr lang="en-US" sz="3600" b="1" kern="1200" dirty="0">
              <a:solidFill>
                <a:srgbClr val="1E8DF8"/>
              </a:solidFill>
            </a:rPr>
            <a:t>Data Cleaning – </a:t>
          </a:r>
          <a:r>
            <a:rPr lang="en-US" sz="3600" b="0" i="0" kern="1200" dirty="0"/>
            <a:t>Kaggle datasets posed data cleaning challenges in a project despite providing valuable information, requiring special attention to ensure data quality and consistency.</a:t>
          </a:r>
          <a:endParaRPr lang="en-US" sz="3600" b="0" kern="1200" dirty="0"/>
        </a:p>
      </dsp:txBody>
      <dsp:txXfrm>
        <a:off x="0" y="6403"/>
        <a:ext cx="12970638" cy="3102505"/>
      </dsp:txXfrm>
    </dsp:sp>
    <dsp:sp modelId="{3D0545DF-8A85-49B1-BF0C-1E7568A3BEF3}">
      <dsp:nvSpPr>
        <dsp:cNvPr id="0" name=""/>
        <dsp:cNvSpPr/>
      </dsp:nvSpPr>
      <dsp:spPr>
        <a:xfrm>
          <a:off x="0" y="3108908"/>
          <a:ext cx="12970638" cy="0"/>
        </a:xfrm>
        <a:prstGeom prst="line">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0C9BAD-2FA5-4C2B-ADE6-8A8B5B5064CF}">
      <dsp:nvSpPr>
        <dsp:cNvPr id="0" name=""/>
        <dsp:cNvSpPr/>
      </dsp:nvSpPr>
      <dsp:spPr>
        <a:xfrm>
          <a:off x="0" y="3108908"/>
          <a:ext cx="12970638" cy="4524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just" defTabSz="1600200">
            <a:lnSpc>
              <a:spcPct val="150000"/>
            </a:lnSpc>
            <a:spcBef>
              <a:spcPct val="0"/>
            </a:spcBef>
            <a:spcAft>
              <a:spcPct val="35000"/>
            </a:spcAft>
            <a:buNone/>
          </a:pPr>
          <a:r>
            <a:rPr lang="en-US" sz="3600" b="1" kern="1200" dirty="0">
              <a:solidFill>
                <a:srgbClr val="1E8DF8"/>
              </a:solidFill>
            </a:rPr>
            <a:t>Technical Knowledge and Time - </a:t>
          </a:r>
          <a:r>
            <a:rPr lang="en-US" sz="3600" b="0" i="0" kern="1200" dirty="0"/>
            <a:t>The app's frontend was built with Ionic for Android and its backend with Flask, but complications led to a switch to a lighter Flask app, while the challenge of mastering musical terms arose for accurate music categorization and personalized recommendations.</a:t>
          </a:r>
          <a:endParaRPr lang="en-US" sz="3600" kern="1200" dirty="0"/>
        </a:p>
      </dsp:txBody>
      <dsp:txXfrm>
        <a:off x="0" y="3108908"/>
        <a:ext cx="12970638" cy="4524148"/>
      </dsp:txXfrm>
    </dsp:sp>
    <dsp:sp modelId="{B7BF158B-31DE-4A84-8F9E-7F24A643DB61}">
      <dsp:nvSpPr>
        <dsp:cNvPr id="0" name=""/>
        <dsp:cNvSpPr/>
      </dsp:nvSpPr>
      <dsp:spPr>
        <a:xfrm>
          <a:off x="0" y="7633057"/>
          <a:ext cx="12970638" cy="0"/>
        </a:xfrm>
        <a:prstGeom prst="line">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E580AF-3753-40F4-9B98-B2843F447349}">
      <dsp:nvSpPr>
        <dsp:cNvPr id="0" name=""/>
        <dsp:cNvSpPr/>
      </dsp:nvSpPr>
      <dsp:spPr>
        <a:xfrm>
          <a:off x="0" y="7633057"/>
          <a:ext cx="12970638" cy="18436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just" defTabSz="1600200">
            <a:lnSpc>
              <a:spcPct val="150000"/>
            </a:lnSpc>
            <a:spcBef>
              <a:spcPct val="0"/>
            </a:spcBef>
            <a:spcAft>
              <a:spcPct val="35000"/>
            </a:spcAft>
            <a:buNone/>
          </a:pPr>
          <a:r>
            <a:rPr lang="en-US" sz="3600" b="1" kern="1200" dirty="0">
              <a:solidFill>
                <a:srgbClr val="1E8DF8"/>
              </a:solidFill>
            </a:rPr>
            <a:t>Diversity and Cultural</a:t>
          </a:r>
          <a:r>
            <a:rPr lang="en-US" sz="3600" kern="1200" dirty="0">
              <a:solidFill>
                <a:srgbClr val="1E8DF8"/>
              </a:solidFill>
            </a:rPr>
            <a:t> </a:t>
          </a:r>
          <a:r>
            <a:rPr lang="en-US" sz="3600" b="1" kern="1200" dirty="0">
              <a:solidFill>
                <a:srgbClr val="1E8DF8"/>
              </a:solidFill>
            </a:rPr>
            <a:t>Challenges</a:t>
          </a:r>
          <a:r>
            <a:rPr lang="en-US" sz="3600" kern="1200" dirty="0">
              <a:solidFill>
                <a:srgbClr val="1E8DF8"/>
              </a:solidFill>
            </a:rPr>
            <a:t>- </a:t>
          </a:r>
          <a:r>
            <a:rPr lang="en-US" sz="3600" b="0" i="0" kern="1200" dirty="0"/>
            <a:t>Music, with its varied cultural influences such as language and instrumentation, encompasses diverse genres unique to geographical, ethnic, religious, or linguistic groups, making it unfeasible to develop a comprehensive solution applicable to all types of music.</a:t>
          </a:r>
          <a:endParaRPr lang="en-US" sz="3600" kern="1200" dirty="0"/>
        </a:p>
      </dsp:txBody>
      <dsp:txXfrm>
        <a:off x="0" y="7633057"/>
        <a:ext cx="12970638" cy="1843656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94B837-1DCD-4196-AC8F-09313F7E985E}" type="datetimeFigureOut">
              <a:rPr lang="en-US" smtClean="0"/>
              <a:t>4/24/2023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694589-8830-43BA-BE01-2AE871681A64}" type="slidenum">
              <a:rPr lang="en-US" smtClean="0"/>
              <a:t>‹#›</a:t>
            </a:fld>
            <a:endParaRPr lang="en-US"/>
          </a:p>
        </p:txBody>
      </p:sp>
    </p:spTree>
    <p:extLst>
      <p:ext uri="{BB962C8B-B14F-4D97-AF65-F5344CB8AC3E}">
        <p14:creationId xmlns:p14="http://schemas.microsoft.com/office/powerpoint/2010/main" val="14008991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94B837-1DCD-4196-AC8F-09313F7E985E}" type="datetimeFigureOut">
              <a:rPr lang="en-US" smtClean="0"/>
              <a:t>4/24/2023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694589-8830-43BA-BE01-2AE871681A64}" type="slidenum">
              <a:rPr lang="en-US" smtClean="0"/>
              <a:t>‹#›</a:t>
            </a:fld>
            <a:endParaRPr lang="en-US"/>
          </a:p>
        </p:txBody>
      </p:sp>
    </p:spTree>
    <p:extLst>
      <p:ext uri="{BB962C8B-B14F-4D97-AF65-F5344CB8AC3E}">
        <p14:creationId xmlns:p14="http://schemas.microsoft.com/office/powerpoint/2010/main" val="352777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solidFill>
              </a:defRPr>
            </a:lvl1pPr>
            <a:lvl2pPr marL="2194560" indent="0">
              <a:buNone/>
              <a:defRPr sz="9600">
                <a:solidFill>
                  <a:schemeClr val="tx1">
                    <a:tint val="75000"/>
                  </a:schemeClr>
                </a:solidFill>
              </a:defRPr>
            </a:lvl2pPr>
            <a:lvl3pPr marL="4389120" indent="0">
              <a:buNone/>
              <a:defRPr sz="8640">
                <a:solidFill>
                  <a:schemeClr val="tx1">
                    <a:tint val="75000"/>
                  </a:schemeClr>
                </a:solidFill>
              </a:defRPr>
            </a:lvl3pPr>
            <a:lvl4pPr marL="6583680" indent="0">
              <a:buNone/>
              <a:defRPr sz="7680">
                <a:solidFill>
                  <a:schemeClr val="tx1">
                    <a:tint val="75000"/>
                  </a:schemeClr>
                </a:solidFill>
              </a:defRPr>
            </a:lvl4pPr>
            <a:lvl5pPr marL="8778240" indent="0">
              <a:buNone/>
              <a:defRPr sz="7680">
                <a:solidFill>
                  <a:schemeClr val="tx1">
                    <a:tint val="75000"/>
                  </a:schemeClr>
                </a:solidFill>
              </a:defRPr>
            </a:lvl5pPr>
            <a:lvl6pPr marL="10972800" indent="0">
              <a:buNone/>
              <a:defRPr sz="7680">
                <a:solidFill>
                  <a:schemeClr val="tx1">
                    <a:tint val="75000"/>
                  </a:schemeClr>
                </a:solidFill>
              </a:defRPr>
            </a:lvl6pPr>
            <a:lvl7pPr marL="13167360" indent="0">
              <a:buNone/>
              <a:defRPr sz="7680">
                <a:solidFill>
                  <a:schemeClr val="tx1">
                    <a:tint val="75000"/>
                  </a:schemeClr>
                </a:solidFill>
              </a:defRPr>
            </a:lvl7pPr>
            <a:lvl8pPr marL="15361920" indent="0">
              <a:buNone/>
              <a:defRPr sz="7680">
                <a:solidFill>
                  <a:schemeClr val="tx1">
                    <a:tint val="75000"/>
                  </a:schemeClr>
                </a:solidFill>
              </a:defRPr>
            </a:lvl8pPr>
            <a:lvl9pPr marL="17556480" indent="0">
              <a:buNone/>
              <a:defRPr sz="7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94B837-1DCD-4196-AC8F-09313F7E985E}" type="datetimeFigureOut">
              <a:rPr lang="en-US" smtClean="0"/>
              <a:t>4/24/2023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694589-8830-43BA-BE01-2AE871681A64}" type="slidenum">
              <a:rPr lang="en-US" smtClean="0"/>
              <a:t>‹#›</a:t>
            </a:fld>
            <a:endParaRPr lang="en-US"/>
          </a:p>
        </p:txBody>
      </p:sp>
    </p:spTree>
    <p:extLst>
      <p:ext uri="{BB962C8B-B14F-4D97-AF65-F5344CB8AC3E}">
        <p14:creationId xmlns:p14="http://schemas.microsoft.com/office/powerpoint/2010/main" val="2103008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94B837-1DCD-4196-AC8F-09313F7E985E}" type="datetimeFigureOut">
              <a:rPr lang="en-US" smtClean="0"/>
              <a:t>4/24/2023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694589-8830-43BA-BE01-2AE871681A64}" type="slidenum">
              <a:rPr lang="en-US" smtClean="0"/>
              <a:t>‹#›</a:t>
            </a:fld>
            <a:endParaRPr lang="en-US"/>
          </a:p>
        </p:txBody>
      </p:sp>
    </p:spTree>
    <p:extLst>
      <p:ext uri="{BB962C8B-B14F-4D97-AF65-F5344CB8AC3E}">
        <p14:creationId xmlns:p14="http://schemas.microsoft.com/office/powerpoint/2010/main" val="2449466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94B837-1DCD-4196-AC8F-09313F7E985E}" type="datetimeFigureOut">
              <a:rPr lang="en-US" smtClean="0"/>
              <a:t>4/24/2023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694589-8830-43BA-BE01-2AE871681A64}" type="slidenum">
              <a:rPr lang="en-US" smtClean="0"/>
              <a:t>‹#›</a:t>
            </a:fld>
            <a:endParaRPr lang="en-US"/>
          </a:p>
        </p:txBody>
      </p:sp>
    </p:spTree>
    <p:extLst>
      <p:ext uri="{BB962C8B-B14F-4D97-AF65-F5344CB8AC3E}">
        <p14:creationId xmlns:p14="http://schemas.microsoft.com/office/powerpoint/2010/main" val="1890295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94B837-1DCD-4196-AC8F-09313F7E985E}" type="datetimeFigureOut">
              <a:rPr lang="en-US" smtClean="0"/>
              <a:t>4/24/2023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694589-8830-43BA-BE01-2AE871681A64}" type="slidenum">
              <a:rPr lang="en-US" smtClean="0"/>
              <a:t>‹#›</a:t>
            </a:fld>
            <a:endParaRPr lang="en-US"/>
          </a:p>
        </p:txBody>
      </p:sp>
    </p:spTree>
    <p:extLst>
      <p:ext uri="{BB962C8B-B14F-4D97-AF65-F5344CB8AC3E}">
        <p14:creationId xmlns:p14="http://schemas.microsoft.com/office/powerpoint/2010/main" val="4436154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94B837-1DCD-4196-AC8F-09313F7E985E}" type="datetimeFigureOut">
              <a:rPr lang="en-US" smtClean="0"/>
              <a:t>4/24/2023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694589-8830-43BA-BE01-2AE871681A64}" type="slidenum">
              <a:rPr lang="en-US" smtClean="0"/>
              <a:t>‹#›</a:t>
            </a:fld>
            <a:endParaRPr lang="en-US"/>
          </a:p>
        </p:txBody>
      </p:sp>
    </p:spTree>
    <p:extLst>
      <p:ext uri="{BB962C8B-B14F-4D97-AF65-F5344CB8AC3E}">
        <p14:creationId xmlns:p14="http://schemas.microsoft.com/office/powerpoint/2010/main" val="2031930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0C94B837-1DCD-4196-AC8F-09313F7E985E}" type="datetimeFigureOut">
              <a:rPr lang="en-US" smtClean="0"/>
              <a:t>4/24/2023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694589-8830-43BA-BE01-2AE871681A64}" type="slidenum">
              <a:rPr lang="en-US" smtClean="0"/>
              <a:t>‹#›</a:t>
            </a:fld>
            <a:endParaRPr lang="en-US"/>
          </a:p>
        </p:txBody>
      </p:sp>
    </p:spTree>
    <p:extLst>
      <p:ext uri="{BB962C8B-B14F-4D97-AF65-F5344CB8AC3E}">
        <p14:creationId xmlns:p14="http://schemas.microsoft.com/office/powerpoint/2010/main" val="2983255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0C94B837-1DCD-4196-AC8F-09313F7E985E}" type="datetimeFigureOut">
              <a:rPr lang="en-US" smtClean="0"/>
              <a:t>4/24/2023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694589-8830-43BA-BE01-2AE871681A64}" type="slidenum">
              <a:rPr lang="en-US" smtClean="0"/>
              <a:t>‹#›</a:t>
            </a:fld>
            <a:endParaRPr lang="en-US"/>
          </a:p>
        </p:txBody>
      </p:sp>
    </p:spTree>
    <p:extLst>
      <p:ext uri="{BB962C8B-B14F-4D97-AF65-F5344CB8AC3E}">
        <p14:creationId xmlns:p14="http://schemas.microsoft.com/office/powerpoint/2010/main" val="781192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94B837-1DCD-4196-AC8F-09313F7E985E}" type="datetimeFigureOut">
              <a:rPr lang="en-US" smtClean="0"/>
              <a:t>4/24/2023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694589-8830-43BA-BE01-2AE871681A64}" type="slidenum">
              <a:rPr lang="en-US" smtClean="0"/>
              <a:t>‹#›</a:t>
            </a:fld>
            <a:endParaRPr lang="en-US"/>
          </a:p>
        </p:txBody>
      </p:sp>
    </p:spTree>
    <p:extLst>
      <p:ext uri="{BB962C8B-B14F-4D97-AF65-F5344CB8AC3E}">
        <p14:creationId xmlns:p14="http://schemas.microsoft.com/office/powerpoint/2010/main" val="1101098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94B837-1DCD-4196-AC8F-09313F7E985E}" type="datetimeFigureOut">
              <a:rPr lang="en-US" smtClean="0"/>
              <a:t>4/24/2023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694589-8830-43BA-BE01-2AE871681A64}" type="slidenum">
              <a:rPr lang="en-US" smtClean="0"/>
              <a:t>‹#›</a:t>
            </a:fld>
            <a:endParaRPr lang="en-US"/>
          </a:p>
        </p:txBody>
      </p:sp>
    </p:spTree>
    <p:extLst>
      <p:ext uri="{BB962C8B-B14F-4D97-AF65-F5344CB8AC3E}">
        <p14:creationId xmlns:p14="http://schemas.microsoft.com/office/powerpoint/2010/main" val="1590952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75000"/>
                  </a:schemeClr>
                </a:solidFill>
              </a:defRPr>
            </a:lvl1pPr>
          </a:lstStyle>
          <a:p>
            <a:fld id="{0C94B837-1DCD-4196-AC8F-09313F7E985E}" type="datetimeFigureOut">
              <a:rPr lang="en-US" smtClean="0"/>
              <a:t>4/24/2023</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75000"/>
                  </a:schemeClr>
                </a:solidFill>
              </a:defRPr>
            </a:lvl1pPr>
          </a:lstStyle>
          <a:p>
            <a:fld id="{78694589-8830-43BA-BE01-2AE871681A64}" type="slidenum">
              <a:rPr lang="en-US" smtClean="0"/>
              <a:t>‹#›</a:t>
            </a:fld>
            <a:endParaRPr lang="en-US"/>
          </a:p>
        </p:txBody>
      </p:sp>
    </p:spTree>
    <p:extLst>
      <p:ext uri="{BB962C8B-B14F-4D97-AF65-F5344CB8AC3E}">
        <p14:creationId xmlns:p14="http://schemas.microsoft.com/office/powerpoint/2010/main" val="29371636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diagramColors" Target="../diagrams/colors1.xml"/><Relationship Id="rId13" Type="http://schemas.openxmlformats.org/officeDocument/2006/relationships/diagramQuickStyle" Target="../diagrams/quickStyle2.xml"/><Relationship Id="rId1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diagramQuickStyle" Target="../diagrams/quickStyle1.xml"/><Relationship Id="rId12" Type="http://schemas.openxmlformats.org/officeDocument/2006/relationships/diagramLayout" Target="../diagrams/layout2.xml"/><Relationship Id="rId17" Type="http://schemas.openxmlformats.org/officeDocument/2006/relationships/image" Target="../media/image5.png"/><Relationship Id="rId2" Type="http://schemas.openxmlformats.org/officeDocument/2006/relationships/image" Target="../media/image1.png"/><Relationship Id="rId16" Type="http://schemas.openxmlformats.org/officeDocument/2006/relationships/image" Target="../media/image4.png"/><Relationship Id="rId20"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diagramLayout" Target="../diagrams/layout1.xml"/><Relationship Id="rId11" Type="http://schemas.openxmlformats.org/officeDocument/2006/relationships/diagramData" Target="../diagrams/data2.xml"/><Relationship Id="rId5" Type="http://schemas.openxmlformats.org/officeDocument/2006/relationships/diagramData" Target="../diagrams/data1.xml"/><Relationship Id="rId15" Type="http://schemas.microsoft.com/office/2007/relationships/diagramDrawing" Target="../diagrams/drawing2.xml"/><Relationship Id="rId10" Type="http://schemas.openxmlformats.org/officeDocument/2006/relationships/image" Target="../media/image3.png"/><Relationship Id="rId19" Type="http://schemas.openxmlformats.org/officeDocument/2006/relationships/image" Target="../media/image7.png"/><Relationship Id="rId4" Type="http://schemas.openxmlformats.org/officeDocument/2006/relationships/chart" Target="../charts/chart1.xml"/><Relationship Id="rId9" Type="http://schemas.microsoft.com/office/2007/relationships/diagramDrawing" Target="../diagrams/drawing1.xml"/><Relationship Id="rId14" Type="http://schemas.openxmlformats.org/officeDocument/2006/relationships/diagramColors" Target="../diagrams/colors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9D969BDA-8B84-3C9A-25DF-124B85A8BBA3}"/>
              </a:ext>
            </a:extLst>
          </p:cNvPr>
          <p:cNvGrpSpPr/>
          <p:nvPr/>
        </p:nvGrpSpPr>
        <p:grpSpPr>
          <a:xfrm>
            <a:off x="14061041" y="2824616"/>
            <a:ext cx="15159518" cy="12523127"/>
            <a:chOff x="13740582" y="2855046"/>
            <a:chExt cx="15159518" cy="12523127"/>
          </a:xfrm>
        </p:grpSpPr>
        <p:pic>
          <p:nvPicPr>
            <p:cNvPr id="11" name="Picture 10">
              <a:extLst>
                <a:ext uri="{FF2B5EF4-FFF2-40B4-BE49-F238E27FC236}">
                  <a16:creationId xmlns:a16="http://schemas.microsoft.com/office/drawing/2014/main" id="{B8F5A62B-2075-3D24-B73E-ECFF9A55542F}"/>
                </a:ext>
              </a:extLst>
            </p:cNvPr>
            <p:cNvPicPr>
              <a:picLocks noChangeAspect="1"/>
            </p:cNvPicPr>
            <p:nvPr/>
          </p:nvPicPr>
          <p:blipFill>
            <a:blip r:embed="rId2"/>
            <a:stretch>
              <a:fillRect/>
            </a:stretch>
          </p:blipFill>
          <p:spPr>
            <a:xfrm>
              <a:off x="15309659" y="2855046"/>
              <a:ext cx="12224119" cy="12523127"/>
            </a:xfrm>
            <a:prstGeom prst="rect">
              <a:avLst/>
            </a:prstGeom>
          </p:spPr>
        </p:pic>
        <p:grpSp>
          <p:nvGrpSpPr>
            <p:cNvPr id="19" name="Group 18">
              <a:extLst>
                <a:ext uri="{FF2B5EF4-FFF2-40B4-BE49-F238E27FC236}">
                  <a16:creationId xmlns:a16="http://schemas.microsoft.com/office/drawing/2014/main" id="{6CD708CF-363E-FFB5-62D9-87872FE47D70}"/>
                </a:ext>
              </a:extLst>
            </p:cNvPr>
            <p:cNvGrpSpPr/>
            <p:nvPr/>
          </p:nvGrpSpPr>
          <p:grpSpPr>
            <a:xfrm>
              <a:off x="13740582" y="4798629"/>
              <a:ext cx="1764586" cy="9799982"/>
              <a:chOff x="14498189" y="5789016"/>
              <a:chExt cx="1764586" cy="9799982"/>
            </a:xfrm>
          </p:grpSpPr>
          <p:sp>
            <p:nvSpPr>
              <p:cNvPr id="18" name="Rectangle 17">
                <a:extLst>
                  <a:ext uri="{FF2B5EF4-FFF2-40B4-BE49-F238E27FC236}">
                    <a16:creationId xmlns:a16="http://schemas.microsoft.com/office/drawing/2014/main" id="{3B79A3A8-6D9E-25CB-99D9-6E7CA4C3C949}"/>
                  </a:ext>
                </a:extLst>
              </p:cNvPr>
              <p:cNvSpPr/>
              <p:nvPr/>
            </p:nvSpPr>
            <p:spPr>
              <a:xfrm>
                <a:off x="14742008" y="5789016"/>
                <a:ext cx="1276949" cy="9795230"/>
              </a:xfrm>
              <a:prstGeom prst="rect">
                <a:avLst/>
              </a:prstGeom>
              <a:solidFill>
                <a:srgbClr val="1E8D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4B3717E-AEBA-3ACD-4863-2FF2BEECC0D6}"/>
                  </a:ext>
                </a:extLst>
              </p:cNvPr>
              <p:cNvSpPr txBox="1"/>
              <p:nvPr/>
            </p:nvSpPr>
            <p:spPr>
              <a:xfrm>
                <a:off x="14498189" y="6262354"/>
                <a:ext cx="1764586" cy="9326644"/>
              </a:xfrm>
              <a:prstGeom prst="rect">
                <a:avLst/>
              </a:prstGeom>
              <a:noFill/>
              <a:ln>
                <a:noFill/>
              </a:ln>
            </p:spPr>
            <p:txBody>
              <a:bodyPr vert="wordArtVert" wrap="square" rtlCol="0">
                <a:spAutoFit/>
              </a:bodyPr>
              <a:lstStyle/>
              <a:p>
                <a:r>
                  <a:rPr lang="en-US" sz="8800" spc="-1200" dirty="0">
                    <a:solidFill>
                      <a:schemeClr val="bg1"/>
                    </a:solidFill>
                    <a:latin typeface="Bebas Neue" panose="020B0606020202050201" pitchFamily="34" charset="0"/>
                  </a:rPr>
                  <a:t>design</a:t>
                </a:r>
              </a:p>
            </p:txBody>
          </p:sp>
        </p:grpSp>
        <p:grpSp>
          <p:nvGrpSpPr>
            <p:cNvPr id="2" name="Group 1">
              <a:extLst>
                <a:ext uri="{FF2B5EF4-FFF2-40B4-BE49-F238E27FC236}">
                  <a16:creationId xmlns:a16="http://schemas.microsoft.com/office/drawing/2014/main" id="{48B05A5D-8D4D-DA62-1C62-9929019896FB}"/>
                </a:ext>
              </a:extLst>
            </p:cNvPr>
            <p:cNvGrpSpPr/>
            <p:nvPr/>
          </p:nvGrpSpPr>
          <p:grpSpPr>
            <a:xfrm>
              <a:off x="27135514" y="4026617"/>
              <a:ext cx="1764586" cy="11344007"/>
              <a:chOff x="27135514" y="5115192"/>
              <a:chExt cx="1764586" cy="11344007"/>
            </a:xfrm>
          </p:grpSpPr>
          <p:sp>
            <p:nvSpPr>
              <p:cNvPr id="20" name="Rectangle 19">
                <a:extLst>
                  <a:ext uri="{FF2B5EF4-FFF2-40B4-BE49-F238E27FC236}">
                    <a16:creationId xmlns:a16="http://schemas.microsoft.com/office/drawing/2014/main" id="{52DD3EFE-0971-723F-77A2-5391F5E27D5C}"/>
                  </a:ext>
                </a:extLst>
              </p:cNvPr>
              <p:cNvSpPr/>
              <p:nvPr/>
            </p:nvSpPr>
            <p:spPr>
              <a:xfrm>
                <a:off x="27391680" y="5115192"/>
                <a:ext cx="1276949" cy="11344007"/>
              </a:xfrm>
              <a:prstGeom prst="rect">
                <a:avLst/>
              </a:prstGeom>
              <a:solidFill>
                <a:srgbClr val="1E8D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63EB6AA-B6DE-DA2F-253C-4F87A5E71DD0}"/>
                  </a:ext>
                </a:extLst>
              </p:cNvPr>
              <p:cNvSpPr txBox="1"/>
              <p:nvPr/>
            </p:nvSpPr>
            <p:spPr>
              <a:xfrm>
                <a:off x="27135514" y="5736306"/>
                <a:ext cx="1764586" cy="10517347"/>
              </a:xfrm>
              <a:prstGeom prst="rect">
                <a:avLst/>
              </a:prstGeom>
              <a:noFill/>
              <a:ln>
                <a:noFill/>
              </a:ln>
            </p:spPr>
            <p:txBody>
              <a:bodyPr vert="wordArtVert" wrap="square" rtlCol="0">
                <a:spAutoFit/>
              </a:bodyPr>
              <a:lstStyle/>
              <a:p>
                <a:r>
                  <a:rPr lang="en-US" sz="8800" spc="-1200" dirty="0">
                    <a:solidFill>
                      <a:schemeClr val="bg1"/>
                    </a:solidFill>
                    <a:latin typeface="Bebas Neue" panose="020B0606020202050201" pitchFamily="34" charset="0"/>
                  </a:rPr>
                  <a:t>DIAGRAM</a:t>
                </a:r>
              </a:p>
            </p:txBody>
          </p:sp>
        </p:grpSp>
      </p:grpSp>
      <p:pic>
        <p:nvPicPr>
          <p:cNvPr id="5" name="Picture 4" descr="A picture containing text, tableware, dishware&#10;&#10;Description automatically generated">
            <a:extLst>
              <a:ext uri="{FF2B5EF4-FFF2-40B4-BE49-F238E27FC236}">
                <a16:creationId xmlns:a16="http://schemas.microsoft.com/office/drawing/2014/main" id="{D3F94DAA-3B63-3679-58AF-C526B58477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34679" y="388313"/>
            <a:ext cx="12728300" cy="3645731"/>
          </a:xfrm>
          <a:prstGeom prst="rect">
            <a:avLst/>
          </a:prstGeom>
        </p:spPr>
      </p:pic>
      <p:grpSp>
        <p:nvGrpSpPr>
          <p:cNvPr id="31" name="Group 30">
            <a:extLst>
              <a:ext uri="{FF2B5EF4-FFF2-40B4-BE49-F238E27FC236}">
                <a16:creationId xmlns:a16="http://schemas.microsoft.com/office/drawing/2014/main" id="{4E99AFAE-1DA0-007B-443B-489D0833E19D}"/>
              </a:ext>
            </a:extLst>
          </p:cNvPr>
          <p:cNvGrpSpPr/>
          <p:nvPr/>
        </p:nvGrpSpPr>
        <p:grpSpPr>
          <a:xfrm>
            <a:off x="1244450" y="7370613"/>
            <a:ext cx="12348933" cy="8561923"/>
            <a:chOff x="1794933" y="13485278"/>
            <a:chExt cx="11023599" cy="8561923"/>
          </a:xfrm>
        </p:grpSpPr>
        <p:sp>
          <p:nvSpPr>
            <p:cNvPr id="29" name="Title 1">
              <a:extLst>
                <a:ext uri="{FF2B5EF4-FFF2-40B4-BE49-F238E27FC236}">
                  <a16:creationId xmlns:a16="http://schemas.microsoft.com/office/drawing/2014/main" id="{76AC1B36-F3BF-71BA-BFF5-004F012A4F10}"/>
                </a:ext>
              </a:extLst>
            </p:cNvPr>
            <p:cNvSpPr txBox="1">
              <a:spLocks/>
            </p:cNvSpPr>
            <p:nvPr/>
          </p:nvSpPr>
          <p:spPr>
            <a:xfrm>
              <a:off x="1794933" y="13485278"/>
              <a:ext cx="10132241" cy="1325563"/>
            </a:xfrm>
            <a:prstGeom prst="rect">
              <a:avLst/>
            </a:prstGeom>
          </p:spPr>
          <p:txBody>
            <a:bodyPr vert="horz" lIns="91440" tIns="45720" rIns="91440" bIns="45720" rtlCol="0" anchor="b">
              <a:normAutofit/>
            </a:bodyPr>
            <a:lstStyle>
              <a:lvl1pPr algn="ctr" defTabSz="4389120" rtl="0" eaLnBrk="1" latinLnBrk="0" hangingPunct="1">
                <a:lnSpc>
                  <a:spcPct val="90000"/>
                </a:lnSpc>
                <a:spcBef>
                  <a:spcPct val="0"/>
                </a:spcBef>
                <a:buNone/>
                <a:defRPr sz="28800" kern="1200">
                  <a:solidFill>
                    <a:schemeClr val="tx1"/>
                  </a:solidFill>
                  <a:latin typeface="+mj-lt"/>
                  <a:ea typeface="+mj-ea"/>
                  <a:cs typeface="+mj-cs"/>
                </a:defRPr>
              </a:lvl1pPr>
            </a:lstStyle>
            <a:p>
              <a:pPr algn="l"/>
              <a:r>
                <a:rPr lang="en-US" sz="4800" b="1" dirty="0">
                  <a:solidFill>
                    <a:srgbClr val="1E8DF8"/>
                  </a:solidFill>
                  <a:latin typeface="Rockwell" panose="02060603020205020403" pitchFamily="18" charset="0"/>
                </a:rPr>
                <a:t>Project </a:t>
              </a:r>
              <a:r>
                <a:rPr lang="en-US" sz="4800" b="1" dirty="0">
                  <a:solidFill>
                    <a:srgbClr val="1E8DF8"/>
                  </a:solidFill>
                  <a:latin typeface="Rockwell" panose="02060603020205020403" pitchFamily="18" charset="0"/>
                  <a:ea typeface="Cambria" panose="02040503050406030204" pitchFamily="18" charset="0"/>
                </a:rPr>
                <a:t>Abstract</a:t>
              </a:r>
            </a:p>
          </p:txBody>
        </p:sp>
        <p:sp>
          <p:nvSpPr>
            <p:cNvPr id="30" name="Content Placeholder 2">
              <a:extLst>
                <a:ext uri="{FF2B5EF4-FFF2-40B4-BE49-F238E27FC236}">
                  <a16:creationId xmlns:a16="http://schemas.microsoft.com/office/drawing/2014/main" id="{ECFB4452-A4B5-FF1F-77EE-818E69509AB8}"/>
                </a:ext>
              </a:extLst>
            </p:cNvPr>
            <p:cNvSpPr txBox="1">
              <a:spLocks/>
            </p:cNvSpPr>
            <p:nvPr/>
          </p:nvSpPr>
          <p:spPr>
            <a:xfrm>
              <a:off x="1794933" y="14913645"/>
              <a:ext cx="11023599" cy="7133556"/>
            </a:xfrm>
            <a:prstGeom prst="rect">
              <a:avLst/>
            </a:prstGeom>
          </p:spPr>
          <p:txBody>
            <a:bodyPr vert="horz" lIns="91440" tIns="45720" rIns="91440" bIns="45720" rtlCol="0">
              <a:normAutofit/>
            </a:bodyPr>
            <a:lstStyle>
              <a:lvl1pPr marL="0" indent="0" algn="ctr" defTabSz="4389120" rtl="0" eaLnBrk="1" latinLnBrk="0" hangingPunct="1">
                <a:lnSpc>
                  <a:spcPct val="90000"/>
                </a:lnSpc>
                <a:spcBef>
                  <a:spcPts val="4800"/>
                </a:spcBef>
                <a:buFont typeface="Arial" panose="020B0604020202020204" pitchFamily="34" charset="0"/>
                <a:buNone/>
                <a:defRPr sz="11520" kern="1200">
                  <a:solidFill>
                    <a:schemeClr val="tx1"/>
                  </a:solidFill>
                  <a:latin typeface="+mn-lt"/>
                  <a:ea typeface="+mn-ea"/>
                  <a:cs typeface="+mn-cs"/>
                </a:defRPr>
              </a:lvl1pPr>
              <a:lvl2pPr marL="2194560" indent="0" algn="ctr" defTabSz="4389120" rtl="0" eaLnBrk="1" latinLnBrk="0" hangingPunct="1">
                <a:lnSpc>
                  <a:spcPct val="90000"/>
                </a:lnSpc>
                <a:spcBef>
                  <a:spcPts val="2400"/>
                </a:spcBef>
                <a:buFont typeface="Arial" panose="020B0604020202020204" pitchFamily="34" charset="0"/>
                <a:buNone/>
                <a:defRPr sz="9600" kern="1200">
                  <a:solidFill>
                    <a:schemeClr val="tx1"/>
                  </a:solidFill>
                  <a:latin typeface="+mn-lt"/>
                  <a:ea typeface="+mn-ea"/>
                  <a:cs typeface="+mn-cs"/>
                </a:defRPr>
              </a:lvl2pPr>
              <a:lvl3pPr marL="4389120" indent="0" algn="ctr" defTabSz="4389120" rtl="0" eaLnBrk="1" latinLnBrk="0" hangingPunct="1">
                <a:lnSpc>
                  <a:spcPct val="90000"/>
                </a:lnSpc>
                <a:spcBef>
                  <a:spcPts val="2400"/>
                </a:spcBef>
                <a:buFont typeface="Arial" panose="020B0604020202020204" pitchFamily="34" charset="0"/>
                <a:buNone/>
                <a:defRPr sz="8640" kern="1200">
                  <a:solidFill>
                    <a:schemeClr val="tx1"/>
                  </a:solidFill>
                  <a:latin typeface="+mn-lt"/>
                  <a:ea typeface="+mn-ea"/>
                  <a:cs typeface="+mn-cs"/>
                </a:defRPr>
              </a:lvl3pPr>
              <a:lvl4pPr marL="658368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4pPr>
              <a:lvl5pPr marL="877824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5pPr>
              <a:lvl6pPr marL="1097280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6pPr>
              <a:lvl7pPr marL="1316736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7pPr>
              <a:lvl8pPr marL="1536192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8pPr>
              <a:lvl9pPr marL="1755648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9pPr>
            </a:lstStyle>
            <a:p>
              <a:pPr algn="just" fontAlgn="b">
                <a:lnSpc>
                  <a:spcPct val="160000"/>
                </a:lnSpc>
              </a:pPr>
              <a:r>
                <a:rPr lang="en-US" sz="3600" dirty="0">
                  <a:solidFill>
                    <a:srgbClr val="000000"/>
                  </a:solidFill>
                  <a:latin typeface="Calibri" panose="020F0502020204030204" pitchFamily="34" charset="0"/>
                </a:rPr>
                <a:t>The most popular music listening, and recommendation apps are Apple Music and Spotify. The former uses listening history and similarity to other users' tastes to recommend music, and the latter analyzes a song's rhythm and structure. Both do not ask users to specify their definition of "similarity" - by artists, years, and/or genres, etc. This project aims to provide better suggestions by doing so.</a:t>
              </a:r>
            </a:p>
          </p:txBody>
        </p:sp>
      </p:grpSp>
      <p:graphicFrame>
        <p:nvGraphicFramePr>
          <p:cNvPr id="33" name="Chart 32">
            <a:extLst>
              <a:ext uri="{FF2B5EF4-FFF2-40B4-BE49-F238E27FC236}">
                <a16:creationId xmlns:a16="http://schemas.microsoft.com/office/drawing/2014/main" id="{C7D6378D-4475-CC15-9E3C-80DE6FB934AF}"/>
              </a:ext>
            </a:extLst>
          </p:cNvPr>
          <p:cNvGraphicFramePr/>
          <p:nvPr>
            <p:extLst>
              <p:ext uri="{D42A27DB-BD31-4B8C-83A1-F6EECF244321}">
                <p14:modId xmlns:p14="http://schemas.microsoft.com/office/powerpoint/2010/main" val="837999490"/>
              </p:ext>
            </p:extLst>
          </p:nvPr>
        </p:nvGraphicFramePr>
        <p:xfrm>
          <a:off x="28159036" y="1905736"/>
          <a:ext cx="14887351" cy="7918849"/>
        </p:xfrm>
        <a:graphic>
          <a:graphicData uri="http://schemas.openxmlformats.org/drawingml/2006/chart">
            <c:chart xmlns:c="http://schemas.openxmlformats.org/drawingml/2006/chart" xmlns:r="http://schemas.openxmlformats.org/officeDocument/2006/relationships" r:id="rId4"/>
          </a:graphicData>
        </a:graphic>
      </p:graphicFrame>
      <p:grpSp>
        <p:nvGrpSpPr>
          <p:cNvPr id="48" name="Group 47">
            <a:extLst>
              <a:ext uri="{FF2B5EF4-FFF2-40B4-BE49-F238E27FC236}">
                <a16:creationId xmlns:a16="http://schemas.microsoft.com/office/drawing/2014/main" id="{FC7DD762-29B0-E0E6-A378-129E2E1D6DD7}"/>
              </a:ext>
            </a:extLst>
          </p:cNvPr>
          <p:cNvGrpSpPr/>
          <p:nvPr/>
        </p:nvGrpSpPr>
        <p:grpSpPr>
          <a:xfrm>
            <a:off x="1133783" y="1430867"/>
            <a:ext cx="12104969" cy="6899274"/>
            <a:chOff x="1938862" y="4687061"/>
            <a:chExt cx="12104969" cy="6899274"/>
          </a:xfrm>
        </p:grpSpPr>
        <p:grpSp>
          <p:nvGrpSpPr>
            <p:cNvPr id="28" name="Group 27">
              <a:extLst>
                <a:ext uri="{FF2B5EF4-FFF2-40B4-BE49-F238E27FC236}">
                  <a16:creationId xmlns:a16="http://schemas.microsoft.com/office/drawing/2014/main" id="{3AB43A9B-B58E-0A2C-C5F2-92116CE27A3B}"/>
                </a:ext>
              </a:extLst>
            </p:cNvPr>
            <p:cNvGrpSpPr/>
            <p:nvPr/>
          </p:nvGrpSpPr>
          <p:grpSpPr>
            <a:xfrm>
              <a:off x="1938862" y="4687061"/>
              <a:ext cx="11840933" cy="6899274"/>
              <a:chOff x="1634066" y="5326592"/>
              <a:chExt cx="10515600" cy="6899274"/>
            </a:xfrm>
          </p:grpSpPr>
          <p:sp>
            <p:nvSpPr>
              <p:cNvPr id="24" name="Title 1">
                <a:extLst>
                  <a:ext uri="{FF2B5EF4-FFF2-40B4-BE49-F238E27FC236}">
                    <a16:creationId xmlns:a16="http://schemas.microsoft.com/office/drawing/2014/main" id="{64622CDE-F454-BDF5-9563-237561AAED48}"/>
                  </a:ext>
                </a:extLst>
              </p:cNvPr>
              <p:cNvSpPr txBox="1">
                <a:spLocks/>
              </p:cNvSpPr>
              <p:nvPr/>
            </p:nvSpPr>
            <p:spPr>
              <a:xfrm>
                <a:off x="1634066" y="5326592"/>
                <a:ext cx="10515600" cy="1325563"/>
              </a:xfrm>
              <a:prstGeom prst="rect">
                <a:avLst/>
              </a:prstGeom>
            </p:spPr>
            <p:txBody>
              <a:bodyPr vert="horz" lIns="91440" tIns="45720" rIns="91440" bIns="45720" rtlCol="0" anchor="b">
                <a:noAutofit/>
              </a:bodyPr>
              <a:lstStyle>
                <a:lvl1pPr algn="ctr" defTabSz="4389120" rtl="0" eaLnBrk="1" latinLnBrk="0" hangingPunct="1">
                  <a:lnSpc>
                    <a:spcPct val="90000"/>
                  </a:lnSpc>
                  <a:spcBef>
                    <a:spcPct val="0"/>
                  </a:spcBef>
                  <a:buNone/>
                  <a:defRPr sz="28800" kern="1200">
                    <a:solidFill>
                      <a:schemeClr val="tx1"/>
                    </a:solidFill>
                    <a:latin typeface="+mj-lt"/>
                    <a:ea typeface="+mj-ea"/>
                    <a:cs typeface="+mj-cs"/>
                  </a:defRPr>
                </a:lvl1pPr>
              </a:lstStyle>
              <a:p>
                <a:pPr algn="l"/>
                <a:r>
                  <a:rPr lang="en-US" sz="4800" b="1" dirty="0">
                    <a:latin typeface="Rockwell" panose="02060603020205020403" pitchFamily="18" charset="0"/>
                  </a:rPr>
                  <a:t>Project Members and Advisor </a:t>
                </a:r>
              </a:p>
            </p:txBody>
          </p:sp>
          <p:graphicFrame>
            <p:nvGraphicFramePr>
              <p:cNvPr id="25" name="Content Placeholder 2">
                <a:extLst>
                  <a:ext uri="{FF2B5EF4-FFF2-40B4-BE49-F238E27FC236}">
                    <a16:creationId xmlns:a16="http://schemas.microsoft.com/office/drawing/2014/main" id="{C3922466-DC85-3422-A5E4-387A3A4C4C43}"/>
                  </a:ext>
                </a:extLst>
              </p:cNvPr>
              <p:cNvGraphicFramePr>
                <a:graphicFrameLocks/>
              </p:cNvGraphicFramePr>
              <p:nvPr>
                <p:extLst>
                  <p:ext uri="{D42A27DB-BD31-4B8C-83A1-F6EECF244321}">
                    <p14:modId xmlns:p14="http://schemas.microsoft.com/office/powerpoint/2010/main" val="3149492171"/>
                  </p:ext>
                </p:extLst>
              </p:nvPr>
            </p:nvGraphicFramePr>
            <p:xfrm>
              <a:off x="1634066" y="5415491"/>
              <a:ext cx="10515600" cy="681037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pSp>
        <p:pic>
          <p:nvPicPr>
            <p:cNvPr id="39" name="Picture 38">
              <a:extLst>
                <a:ext uri="{FF2B5EF4-FFF2-40B4-BE49-F238E27FC236}">
                  <a16:creationId xmlns:a16="http://schemas.microsoft.com/office/drawing/2014/main" id="{321F31A5-A9F1-BB87-144A-296ACD7EA8BA}"/>
                </a:ext>
              </a:extLst>
            </p:cNvPr>
            <p:cNvPicPr>
              <a:picLocks noChangeAspect="1"/>
            </p:cNvPicPr>
            <p:nvPr/>
          </p:nvPicPr>
          <p:blipFill rotWithShape="1">
            <a:blip r:embed="rId10"/>
            <a:srcRect t="23333" b="11250"/>
            <a:stretch/>
          </p:blipFill>
          <p:spPr>
            <a:xfrm>
              <a:off x="11107947" y="5467372"/>
              <a:ext cx="2935884" cy="3414324"/>
            </a:xfrm>
            <a:prstGeom prst="rect">
              <a:avLst/>
            </a:prstGeom>
          </p:spPr>
        </p:pic>
      </p:grpSp>
      <p:sp>
        <p:nvSpPr>
          <p:cNvPr id="53" name="TextBox 52">
            <a:extLst>
              <a:ext uri="{FF2B5EF4-FFF2-40B4-BE49-F238E27FC236}">
                <a16:creationId xmlns:a16="http://schemas.microsoft.com/office/drawing/2014/main" id="{1AF2C415-ED08-E608-E14E-AC5EB9FEB24F}"/>
              </a:ext>
            </a:extLst>
          </p:cNvPr>
          <p:cNvSpPr txBox="1"/>
          <p:nvPr/>
        </p:nvSpPr>
        <p:spPr>
          <a:xfrm>
            <a:off x="29472948" y="11864944"/>
            <a:ext cx="13258641" cy="6600268"/>
          </a:xfrm>
          <a:prstGeom prst="rect">
            <a:avLst/>
          </a:prstGeom>
          <a:solidFill>
            <a:srgbClr val="1E8DF8"/>
          </a:solidFill>
        </p:spPr>
        <p:txBody>
          <a:bodyPr wrap="square">
            <a:spAutoFit/>
          </a:bodyPr>
          <a:lstStyle/>
          <a:p>
            <a:pPr lvl="1">
              <a:lnSpc>
                <a:spcPct val="150000"/>
              </a:lnSpc>
            </a:pPr>
            <a:r>
              <a:rPr lang="en-US" sz="4800" b="1" dirty="0">
                <a:solidFill>
                  <a:schemeClr val="bg1"/>
                </a:solidFill>
                <a:latin typeface="Rockwell" panose="02060603020205020403" pitchFamily="18" charset="0"/>
              </a:rPr>
              <a:t>Results</a:t>
            </a:r>
          </a:p>
          <a:p>
            <a:pPr marL="1028700" lvl="1" indent="-571500">
              <a:lnSpc>
                <a:spcPct val="150000"/>
              </a:lnSpc>
              <a:buFont typeface="Arial" panose="020B0604020202020204" pitchFamily="34" charset="0"/>
              <a:buChar char="•"/>
            </a:pPr>
            <a:r>
              <a:rPr lang="en-US" sz="3600" dirty="0">
                <a:solidFill>
                  <a:schemeClr val="bg1"/>
                </a:solidFill>
              </a:rPr>
              <a:t>Successful implementation of a </a:t>
            </a:r>
            <a:r>
              <a:rPr lang="en-US" sz="3600" b="1" dirty="0">
                <a:solidFill>
                  <a:schemeClr val="bg1"/>
                </a:solidFill>
              </a:rPr>
              <a:t>Flask application.</a:t>
            </a:r>
          </a:p>
          <a:p>
            <a:pPr marL="1028700" lvl="1" indent="-571500">
              <a:lnSpc>
                <a:spcPct val="150000"/>
              </a:lnSpc>
              <a:buFont typeface="Arial" panose="020B0604020202020204" pitchFamily="34" charset="0"/>
              <a:buChar char="•"/>
            </a:pPr>
            <a:r>
              <a:rPr lang="en-US" sz="3600" dirty="0">
                <a:solidFill>
                  <a:schemeClr val="bg1"/>
                </a:solidFill>
              </a:rPr>
              <a:t>Effectively find music based on a variety of parameters, including artist, year, and song title. </a:t>
            </a:r>
          </a:p>
          <a:p>
            <a:pPr marL="1028700" lvl="1" indent="-571500">
              <a:lnSpc>
                <a:spcPct val="150000"/>
              </a:lnSpc>
              <a:buFont typeface="Arial" panose="020B0604020202020204" pitchFamily="34" charset="0"/>
              <a:buChar char="•"/>
            </a:pPr>
            <a:r>
              <a:rPr lang="en-US" sz="3600" dirty="0">
                <a:solidFill>
                  <a:schemeClr val="bg1"/>
                </a:solidFill>
              </a:rPr>
              <a:t>At least </a:t>
            </a:r>
            <a:r>
              <a:rPr lang="en-US" sz="3600" b="1" dirty="0">
                <a:solidFill>
                  <a:schemeClr val="bg1"/>
                </a:solidFill>
              </a:rPr>
              <a:t>10 songs/query</a:t>
            </a:r>
            <a:r>
              <a:rPr lang="en-US" sz="3600" dirty="0">
                <a:solidFill>
                  <a:schemeClr val="bg1"/>
                </a:solidFill>
              </a:rPr>
              <a:t> on average.</a:t>
            </a:r>
          </a:p>
          <a:p>
            <a:pPr marL="1028700" lvl="1" indent="-571500">
              <a:lnSpc>
                <a:spcPct val="150000"/>
              </a:lnSpc>
              <a:buFont typeface="Arial" panose="020B0604020202020204" pitchFamily="34" charset="0"/>
              <a:buChar char="•"/>
            </a:pPr>
            <a:r>
              <a:rPr lang="en-US" sz="3600" dirty="0">
                <a:solidFill>
                  <a:schemeClr val="bg1"/>
                </a:solidFill>
              </a:rPr>
              <a:t> </a:t>
            </a:r>
            <a:r>
              <a:rPr lang="en-US" sz="3600" b="1" dirty="0">
                <a:solidFill>
                  <a:schemeClr val="bg1"/>
                </a:solidFill>
              </a:rPr>
              <a:t>70 % median accuracy.</a:t>
            </a:r>
          </a:p>
          <a:p>
            <a:pPr marL="1028700" lvl="1" indent="-571500">
              <a:lnSpc>
                <a:spcPct val="150000"/>
              </a:lnSpc>
              <a:buFont typeface="Arial" panose="020B0604020202020204" pitchFamily="34" charset="0"/>
              <a:buChar char="•"/>
            </a:pPr>
            <a:r>
              <a:rPr lang="en-US" sz="3600" b="1" dirty="0">
                <a:solidFill>
                  <a:schemeClr val="bg1"/>
                </a:solidFill>
              </a:rPr>
              <a:t>0.092 seconds/query.</a:t>
            </a:r>
          </a:p>
          <a:p>
            <a:pPr lvl="1">
              <a:lnSpc>
                <a:spcPct val="150000"/>
              </a:lnSpc>
            </a:pPr>
            <a:endParaRPr lang="en-US" b="1" dirty="0">
              <a:solidFill>
                <a:schemeClr val="bg1"/>
              </a:solidFill>
            </a:endParaRPr>
          </a:p>
        </p:txBody>
      </p:sp>
      <p:grpSp>
        <p:nvGrpSpPr>
          <p:cNvPr id="77" name="Group 76">
            <a:extLst>
              <a:ext uri="{FF2B5EF4-FFF2-40B4-BE49-F238E27FC236}">
                <a16:creationId xmlns:a16="http://schemas.microsoft.com/office/drawing/2014/main" id="{A66005DD-348C-B067-2B30-FB9BD62B26E8}"/>
              </a:ext>
            </a:extLst>
          </p:cNvPr>
          <p:cNvGrpSpPr/>
          <p:nvPr/>
        </p:nvGrpSpPr>
        <p:grpSpPr>
          <a:xfrm>
            <a:off x="29429314" y="18307942"/>
            <a:ext cx="13014697" cy="27655698"/>
            <a:chOff x="29519879" y="13323511"/>
            <a:chExt cx="13014697" cy="27655698"/>
          </a:xfrm>
        </p:grpSpPr>
        <p:grpSp>
          <p:nvGrpSpPr>
            <p:cNvPr id="54" name="Group 53">
              <a:extLst>
                <a:ext uri="{FF2B5EF4-FFF2-40B4-BE49-F238E27FC236}">
                  <a16:creationId xmlns:a16="http://schemas.microsoft.com/office/drawing/2014/main" id="{CDBC4358-17B3-5962-8627-DCFB70F12914}"/>
                </a:ext>
              </a:extLst>
            </p:cNvPr>
            <p:cNvGrpSpPr/>
            <p:nvPr/>
          </p:nvGrpSpPr>
          <p:grpSpPr>
            <a:xfrm>
              <a:off x="29520396" y="13323511"/>
              <a:ext cx="12970638" cy="27655698"/>
              <a:chOff x="29463285" y="9990089"/>
              <a:chExt cx="13161827" cy="27655698"/>
            </a:xfrm>
          </p:grpSpPr>
          <p:sp>
            <p:nvSpPr>
              <p:cNvPr id="46" name="Title 1">
                <a:extLst>
                  <a:ext uri="{FF2B5EF4-FFF2-40B4-BE49-F238E27FC236}">
                    <a16:creationId xmlns:a16="http://schemas.microsoft.com/office/drawing/2014/main" id="{3BA3ABA0-0904-AF6E-987E-42AB1A8DF727}"/>
                  </a:ext>
                </a:extLst>
              </p:cNvPr>
              <p:cNvSpPr txBox="1">
                <a:spLocks/>
              </p:cNvSpPr>
              <p:nvPr/>
            </p:nvSpPr>
            <p:spPr>
              <a:xfrm>
                <a:off x="29551130" y="9990089"/>
                <a:ext cx="10515600" cy="1325563"/>
              </a:xfrm>
              <a:prstGeom prst="rect">
                <a:avLst/>
              </a:prstGeom>
            </p:spPr>
            <p:txBody>
              <a:bodyPr vert="horz" lIns="91440" tIns="45720" rIns="91440" bIns="45720" rtlCol="0" anchor="b">
                <a:normAutofit/>
              </a:bodyPr>
              <a:lstStyle>
                <a:lvl1pPr algn="ctr" defTabSz="4389120" rtl="0" eaLnBrk="1" latinLnBrk="0" hangingPunct="1">
                  <a:lnSpc>
                    <a:spcPct val="90000"/>
                  </a:lnSpc>
                  <a:spcBef>
                    <a:spcPct val="0"/>
                  </a:spcBef>
                  <a:buNone/>
                  <a:defRPr sz="28800" kern="1200">
                    <a:solidFill>
                      <a:schemeClr val="tx1"/>
                    </a:solidFill>
                    <a:latin typeface="+mj-lt"/>
                    <a:ea typeface="+mj-ea"/>
                    <a:cs typeface="+mj-cs"/>
                  </a:defRPr>
                </a:lvl1pPr>
              </a:lstStyle>
              <a:p>
                <a:pPr algn="l"/>
                <a:r>
                  <a:rPr lang="en-US" sz="4800" b="1" dirty="0">
                    <a:solidFill>
                      <a:srgbClr val="1E8DF8"/>
                    </a:solidFill>
                    <a:latin typeface="Rockwell" panose="02060603020205020403" pitchFamily="18" charset="0"/>
                  </a:rPr>
                  <a:t>Challenges</a:t>
                </a:r>
              </a:p>
            </p:txBody>
          </p:sp>
          <p:graphicFrame>
            <p:nvGraphicFramePr>
              <p:cNvPr id="47" name="Content Placeholder 2">
                <a:extLst>
                  <a:ext uri="{FF2B5EF4-FFF2-40B4-BE49-F238E27FC236}">
                    <a16:creationId xmlns:a16="http://schemas.microsoft.com/office/drawing/2014/main" id="{0DD9AE1E-97D9-F34C-A2E7-3B1AC16ED20F}"/>
                  </a:ext>
                </a:extLst>
              </p:cNvPr>
              <p:cNvGraphicFramePr>
                <a:graphicFrameLocks/>
              </p:cNvGraphicFramePr>
              <p:nvPr>
                <p:extLst>
                  <p:ext uri="{D42A27DB-BD31-4B8C-83A1-F6EECF244321}">
                    <p14:modId xmlns:p14="http://schemas.microsoft.com/office/powerpoint/2010/main" val="163614719"/>
                  </p:ext>
                </p:extLst>
              </p:nvPr>
            </p:nvGraphicFramePr>
            <p:xfrm>
              <a:off x="29463285" y="11569762"/>
              <a:ext cx="13161827" cy="26076025"/>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grpSp>
        <p:cxnSp>
          <p:nvCxnSpPr>
            <p:cNvPr id="65" name="Straight Connector 64">
              <a:extLst>
                <a:ext uri="{FF2B5EF4-FFF2-40B4-BE49-F238E27FC236}">
                  <a16:creationId xmlns:a16="http://schemas.microsoft.com/office/drawing/2014/main" id="{A34575F2-281F-749F-5E73-7984DCF3DF9C}"/>
                </a:ext>
              </a:extLst>
            </p:cNvPr>
            <p:cNvCxnSpPr>
              <a:cxnSpLocks/>
            </p:cNvCxnSpPr>
            <p:nvPr/>
          </p:nvCxnSpPr>
          <p:spPr>
            <a:xfrm>
              <a:off x="29520395" y="14944424"/>
              <a:ext cx="12970638" cy="0"/>
            </a:xfrm>
            <a:prstGeom prst="line">
              <a:avLst/>
            </a:prstGeom>
            <a:ln w="76200">
              <a:solidFill>
                <a:srgbClr val="1E8DF8"/>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59F6BD2-7078-0185-8FFE-738D05D81773}"/>
                </a:ext>
              </a:extLst>
            </p:cNvPr>
            <p:cNvCxnSpPr>
              <a:cxnSpLocks/>
            </p:cNvCxnSpPr>
            <p:nvPr/>
          </p:nvCxnSpPr>
          <p:spPr>
            <a:xfrm>
              <a:off x="29563938" y="18030915"/>
              <a:ext cx="12970638" cy="0"/>
            </a:xfrm>
            <a:prstGeom prst="line">
              <a:avLst/>
            </a:prstGeom>
            <a:ln w="76200">
              <a:solidFill>
                <a:srgbClr val="1E8DF8"/>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31EC17FE-D975-BB4E-8EEC-1E770D3D13EE}"/>
                </a:ext>
              </a:extLst>
            </p:cNvPr>
            <p:cNvCxnSpPr>
              <a:cxnSpLocks/>
            </p:cNvCxnSpPr>
            <p:nvPr/>
          </p:nvCxnSpPr>
          <p:spPr>
            <a:xfrm>
              <a:off x="29519879" y="22513905"/>
              <a:ext cx="12970638" cy="0"/>
            </a:xfrm>
            <a:prstGeom prst="line">
              <a:avLst/>
            </a:prstGeom>
            <a:ln w="76200">
              <a:solidFill>
                <a:srgbClr val="1E8DF8"/>
              </a:solidFill>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14EE4A4D-B8AB-44AC-357E-9820DC3BDE61}"/>
              </a:ext>
            </a:extLst>
          </p:cNvPr>
          <p:cNvGrpSpPr/>
          <p:nvPr/>
        </p:nvGrpSpPr>
        <p:grpSpPr>
          <a:xfrm>
            <a:off x="30916486" y="10078692"/>
            <a:ext cx="9508196" cy="2215991"/>
            <a:chOff x="17003844" y="20601105"/>
            <a:chExt cx="9508196" cy="2215991"/>
          </a:xfrm>
        </p:grpSpPr>
        <p:sp>
          <p:nvSpPr>
            <p:cNvPr id="51" name="TextBox 50">
              <a:extLst>
                <a:ext uri="{FF2B5EF4-FFF2-40B4-BE49-F238E27FC236}">
                  <a16:creationId xmlns:a16="http://schemas.microsoft.com/office/drawing/2014/main" id="{652DB73A-B7D4-5996-60AA-179852185306}"/>
                </a:ext>
              </a:extLst>
            </p:cNvPr>
            <p:cNvSpPr txBox="1"/>
            <p:nvPr/>
          </p:nvSpPr>
          <p:spPr>
            <a:xfrm>
              <a:off x="17003844" y="20601105"/>
              <a:ext cx="4566440" cy="2215991"/>
            </a:xfrm>
            <a:prstGeom prst="rect">
              <a:avLst/>
            </a:prstGeom>
            <a:noFill/>
          </p:spPr>
          <p:txBody>
            <a:bodyPr wrap="square" rtlCol="0">
              <a:spAutoFit/>
            </a:bodyPr>
            <a:lstStyle/>
            <a:p>
              <a:pPr algn="ctr"/>
              <a:r>
                <a:rPr lang="en-US" sz="4800" b="1" dirty="0">
                  <a:solidFill>
                    <a:srgbClr val="1E8DF8"/>
                  </a:solidFill>
                  <a:latin typeface="Rockwell" panose="02060603020205020403" pitchFamily="18" charset="0"/>
                </a:rPr>
                <a:t>Total Days </a:t>
              </a:r>
            </a:p>
            <a:p>
              <a:pPr algn="ctr"/>
              <a:r>
                <a:rPr lang="en-US" sz="3600" b="1" dirty="0"/>
                <a:t>248 </a:t>
              </a:r>
            </a:p>
            <a:p>
              <a:pPr algn="ctr"/>
              <a:endParaRPr lang="en-US" dirty="0"/>
            </a:p>
            <a:p>
              <a:pPr algn="ctr"/>
              <a:endParaRPr lang="en-US" sz="3600" dirty="0"/>
            </a:p>
          </p:txBody>
        </p:sp>
        <p:sp>
          <p:nvSpPr>
            <p:cNvPr id="4" name="TextBox 3">
              <a:extLst>
                <a:ext uri="{FF2B5EF4-FFF2-40B4-BE49-F238E27FC236}">
                  <a16:creationId xmlns:a16="http://schemas.microsoft.com/office/drawing/2014/main" id="{8852028C-DE8C-5C69-E2B1-01318FF859E8}"/>
                </a:ext>
              </a:extLst>
            </p:cNvPr>
            <p:cNvSpPr txBox="1"/>
            <p:nvPr/>
          </p:nvSpPr>
          <p:spPr>
            <a:xfrm>
              <a:off x="21945600" y="20601105"/>
              <a:ext cx="4566440" cy="2215991"/>
            </a:xfrm>
            <a:prstGeom prst="rect">
              <a:avLst/>
            </a:prstGeom>
            <a:noFill/>
          </p:spPr>
          <p:txBody>
            <a:bodyPr wrap="square" rtlCol="0">
              <a:spAutoFit/>
            </a:bodyPr>
            <a:lstStyle/>
            <a:p>
              <a:pPr algn="ctr"/>
              <a:r>
                <a:rPr lang="en-US" sz="4800" b="1" dirty="0">
                  <a:solidFill>
                    <a:srgbClr val="1E8DF8"/>
                  </a:solidFill>
                  <a:latin typeface="Rockwell" panose="02060603020205020403" pitchFamily="18" charset="0"/>
                </a:rPr>
                <a:t>Total Hours  </a:t>
              </a:r>
            </a:p>
            <a:p>
              <a:pPr algn="ctr"/>
              <a:r>
                <a:rPr lang="en-US" sz="3600" b="1" dirty="0"/>
                <a:t>281</a:t>
              </a:r>
            </a:p>
            <a:p>
              <a:pPr algn="ctr"/>
              <a:endParaRPr lang="en-US" dirty="0"/>
            </a:p>
            <a:p>
              <a:pPr algn="ctr"/>
              <a:endParaRPr lang="en-US" sz="3600" dirty="0"/>
            </a:p>
          </p:txBody>
        </p:sp>
      </p:grpSp>
      <p:sp>
        <p:nvSpPr>
          <p:cNvPr id="15" name="Content Placeholder 2">
            <a:extLst>
              <a:ext uri="{FF2B5EF4-FFF2-40B4-BE49-F238E27FC236}">
                <a16:creationId xmlns:a16="http://schemas.microsoft.com/office/drawing/2014/main" id="{86417A81-8E39-75FD-0C4A-F0B6BF11183D}"/>
              </a:ext>
            </a:extLst>
          </p:cNvPr>
          <p:cNvSpPr txBox="1">
            <a:spLocks/>
          </p:cNvSpPr>
          <p:nvPr/>
        </p:nvSpPr>
        <p:spPr>
          <a:xfrm>
            <a:off x="14195884" y="16266767"/>
            <a:ext cx="15118697" cy="16559104"/>
          </a:xfrm>
          <a:prstGeom prst="rect">
            <a:avLst/>
          </a:prstGeom>
        </p:spPr>
        <p:txBody>
          <a:bodyPr vert="horz" lIns="91440" tIns="45720" rIns="91440" bIns="45720" rtlCol="0">
            <a:normAutofit/>
          </a:bodyPr>
          <a:lstStyle>
            <a:lvl1pPr marL="0" indent="0" algn="ctr" defTabSz="4389120" rtl="0" eaLnBrk="1" latinLnBrk="0" hangingPunct="1">
              <a:lnSpc>
                <a:spcPct val="90000"/>
              </a:lnSpc>
              <a:spcBef>
                <a:spcPts val="4800"/>
              </a:spcBef>
              <a:buFont typeface="Arial" panose="020B0604020202020204" pitchFamily="34" charset="0"/>
              <a:buNone/>
              <a:defRPr sz="11520" kern="1200">
                <a:solidFill>
                  <a:schemeClr val="tx1"/>
                </a:solidFill>
                <a:latin typeface="+mn-lt"/>
                <a:ea typeface="+mn-ea"/>
                <a:cs typeface="+mn-cs"/>
              </a:defRPr>
            </a:lvl1pPr>
            <a:lvl2pPr marL="2194560" indent="0" algn="ctr" defTabSz="4389120" rtl="0" eaLnBrk="1" latinLnBrk="0" hangingPunct="1">
              <a:lnSpc>
                <a:spcPct val="90000"/>
              </a:lnSpc>
              <a:spcBef>
                <a:spcPts val="2400"/>
              </a:spcBef>
              <a:buFont typeface="Arial" panose="020B0604020202020204" pitchFamily="34" charset="0"/>
              <a:buNone/>
              <a:defRPr sz="9600" kern="1200">
                <a:solidFill>
                  <a:schemeClr val="tx1"/>
                </a:solidFill>
                <a:latin typeface="+mn-lt"/>
                <a:ea typeface="+mn-ea"/>
                <a:cs typeface="+mn-cs"/>
              </a:defRPr>
            </a:lvl2pPr>
            <a:lvl3pPr marL="4389120" indent="0" algn="ctr" defTabSz="4389120" rtl="0" eaLnBrk="1" latinLnBrk="0" hangingPunct="1">
              <a:lnSpc>
                <a:spcPct val="90000"/>
              </a:lnSpc>
              <a:spcBef>
                <a:spcPts val="2400"/>
              </a:spcBef>
              <a:buFont typeface="Arial" panose="020B0604020202020204" pitchFamily="34" charset="0"/>
              <a:buNone/>
              <a:defRPr sz="8640" kern="1200">
                <a:solidFill>
                  <a:schemeClr val="tx1"/>
                </a:solidFill>
                <a:latin typeface="+mn-lt"/>
                <a:ea typeface="+mn-ea"/>
                <a:cs typeface="+mn-cs"/>
              </a:defRPr>
            </a:lvl3pPr>
            <a:lvl4pPr marL="658368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4pPr>
            <a:lvl5pPr marL="877824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5pPr>
            <a:lvl6pPr marL="1097280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6pPr>
            <a:lvl7pPr marL="1316736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7pPr>
            <a:lvl8pPr marL="1536192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8pPr>
            <a:lvl9pPr marL="17556480" indent="0" algn="ctr" defTabSz="4389120" rtl="0" eaLnBrk="1" latinLnBrk="0" hangingPunct="1">
              <a:lnSpc>
                <a:spcPct val="90000"/>
              </a:lnSpc>
              <a:spcBef>
                <a:spcPts val="2400"/>
              </a:spcBef>
              <a:buFont typeface="Arial" panose="020B0604020202020204" pitchFamily="34" charset="0"/>
              <a:buNone/>
              <a:defRPr sz="7680" kern="1200">
                <a:solidFill>
                  <a:schemeClr val="tx1"/>
                </a:solidFill>
                <a:latin typeface="+mn-lt"/>
                <a:ea typeface="+mn-ea"/>
                <a:cs typeface="+mn-cs"/>
              </a:defRPr>
            </a:lvl9pPr>
          </a:lstStyle>
          <a:p>
            <a:pPr algn="l" fontAlgn="b">
              <a:lnSpc>
                <a:spcPct val="150000"/>
              </a:lnSpc>
              <a:spcBef>
                <a:spcPts val="0"/>
              </a:spcBef>
            </a:pPr>
            <a:r>
              <a:rPr lang="en-US" sz="3600" b="1" dirty="0">
                <a:solidFill>
                  <a:srgbClr val="1E8DF8"/>
                </a:solidFill>
                <a:latin typeface="Calibri" panose="020F0502020204030204" pitchFamily="34" charset="0"/>
              </a:rPr>
              <a:t>INTENDED AUDIENCE/USER:</a:t>
            </a:r>
            <a:r>
              <a:rPr lang="en-US" sz="3600" b="1" dirty="0">
                <a:solidFill>
                  <a:srgbClr val="000000"/>
                </a:solidFill>
                <a:latin typeface="Calibri" panose="020F0502020204030204" pitchFamily="34" charset="0"/>
              </a:rPr>
              <a:t> </a:t>
            </a:r>
            <a:r>
              <a:rPr lang="en-US" sz="3600" dirty="0">
                <a:solidFill>
                  <a:srgbClr val="000000"/>
                </a:solidFill>
                <a:latin typeface="Calibri" panose="020F0502020204030204" pitchFamily="34" charset="0"/>
              </a:rPr>
              <a:t>Anyone who wants to find new music.</a:t>
            </a:r>
          </a:p>
          <a:p>
            <a:pPr algn="l" fontAlgn="b">
              <a:lnSpc>
                <a:spcPct val="150000"/>
              </a:lnSpc>
              <a:spcBef>
                <a:spcPts val="0"/>
              </a:spcBef>
            </a:pPr>
            <a:r>
              <a:rPr lang="en-US" sz="3600" b="1" dirty="0">
                <a:solidFill>
                  <a:srgbClr val="1E8DF8"/>
                </a:solidFill>
                <a:latin typeface="Calibri" panose="020F0502020204030204" pitchFamily="34" charset="0"/>
              </a:rPr>
              <a:t>KEY FEATURES AND FUNCTIONALITY:</a:t>
            </a:r>
          </a:p>
          <a:p>
            <a:pPr marL="571500" indent="-571500" algn="l" fontAlgn="b">
              <a:lnSpc>
                <a:spcPct val="150000"/>
              </a:lnSpc>
              <a:spcBef>
                <a:spcPts val="0"/>
              </a:spcBef>
              <a:buFont typeface="Arial" panose="020B0604020202020204" pitchFamily="34" charset="0"/>
              <a:buChar char="•"/>
            </a:pPr>
            <a:r>
              <a:rPr lang="en-US" sz="3600" b="1" dirty="0">
                <a:solidFill>
                  <a:srgbClr val="1E8DF8"/>
                </a:solidFill>
                <a:latin typeface="Calibri" panose="020F0502020204030204" pitchFamily="34" charset="0"/>
              </a:rPr>
              <a:t>Signup/Login: </a:t>
            </a:r>
            <a:r>
              <a:rPr lang="en-US" sz="3600" dirty="0">
                <a:solidFill>
                  <a:srgbClr val="000000"/>
                </a:solidFill>
                <a:latin typeface="Calibri" panose="020F0502020204030204" pitchFamily="34" charset="0"/>
              </a:rPr>
              <a:t>Easy Signup/Login process to access user dashboard.</a:t>
            </a:r>
            <a:endParaRPr lang="en-US" sz="3600" b="1" dirty="0">
              <a:solidFill>
                <a:srgbClr val="000000"/>
              </a:solidFill>
              <a:latin typeface="Calibri" panose="020F0502020204030204" pitchFamily="34" charset="0"/>
            </a:endParaRPr>
          </a:p>
          <a:p>
            <a:pPr marL="571500" indent="-571500" algn="l" fontAlgn="b">
              <a:lnSpc>
                <a:spcPct val="150000"/>
              </a:lnSpc>
              <a:spcBef>
                <a:spcPts val="0"/>
              </a:spcBef>
              <a:buFont typeface="Arial" panose="020B0604020202020204" pitchFamily="34" charset="0"/>
              <a:buChar char="•"/>
            </a:pPr>
            <a:r>
              <a:rPr lang="en-US" sz="3600" b="1" dirty="0">
                <a:solidFill>
                  <a:srgbClr val="1E8DF8"/>
                </a:solidFill>
                <a:latin typeface="Calibri" panose="020F0502020204030204" pitchFamily="34" charset="0"/>
              </a:rPr>
              <a:t>Dashboard: </a:t>
            </a:r>
            <a:r>
              <a:rPr lang="en-US" sz="3600" dirty="0">
                <a:solidFill>
                  <a:srgbClr val="000000"/>
                </a:solidFill>
                <a:latin typeface="Calibri" panose="020F0502020204030204" pitchFamily="34" charset="0"/>
              </a:rPr>
              <a:t>Dashboard links to new search page, old searches and a page to edit profile.</a:t>
            </a:r>
            <a:endParaRPr lang="en-US" sz="3600" b="1" dirty="0">
              <a:solidFill>
                <a:srgbClr val="000000"/>
              </a:solidFill>
              <a:latin typeface="Calibri" panose="020F0502020204030204" pitchFamily="34" charset="0"/>
            </a:endParaRPr>
          </a:p>
          <a:p>
            <a:pPr marL="571500" indent="-571500" algn="l" fontAlgn="b">
              <a:lnSpc>
                <a:spcPct val="150000"/>
              </a:lnSpc>
              <a:spcBef>
                <a:spcPts val="0"/>
              </a:spcBef>
              <a:buFont typeface="Arial" panose="020B0604020202020204" pitchFamily="34" charset="0"/>
              <a:buChar char="•"/>
            </a:pPr>
            <a:r>
              <a:rPr lang="en-US" sz="3600" b="1" dirty="0">
                <a:solidFill>
                  <a:srgbClr val="1E8DF8"/>
                </a:solidFill>
                <a:latin typeface="Calibri" panose="020F0502020204030204" pitchFamily="34" charset="0"/>
              </a:rPr>
              <a:t>Search Page: </a:t>
            </a:r>
          </a:p>
          <a:p>
            <a:pPr marL="957263" lvl="1" indent="-477838" algn="l" fontAlgn="b">
              <a:lnSpc>
                <a:spcPct val="150000"/>
              </a:lnSpc>
              <a:spcBef>
                <a:spcPts val="0"/>
              </a:spcBef>
              <a:buFont typeface="Arial" panose="020B0604020202020204" pitchFamily="34" charset="0"/>
              <a:buChar char="•"/>
            </a:pPr>
            <a:r>
              <a:rPr lang="en-US" sz="3600" dirty="0">
                <a:solidFill>
                  <a:srgbClr val="000000"/>
                </a:solidFill>
                <a:latin typeface="Calibri" panose="020F0502020204030204" pitchFamily="34" charset="0"/>
              </a:rPr>
              <a:t>Allows users to find music by one or more of the following - Song Title, Artist, Genre, Year or Theme. </a:t>
            </a:r>
          </a:p>
          <a:p>
            <a:pPr marL="957263" lvl="1" indent="-477838" algn="l" fontAlgn="b">
              <a:lnSpc>
                <a:spcPct val="150000"/>
              </a:lnSpc>
              <a:spcBef>
                <a:spcPts val="0"/>
              </a:spcBef>
              <a:buFont typeface="Arial" panose="020B0604020202020204" pitchFamily="34" charset="0"/>
              <a:buChar char="•"/>
            </a:pPr>
            <a:r>
              <a:rPr lang="en-US" sz="3600" dirty="0">
                <a:solidFill>
                  <a:srgbClr val="000000"/>
                </a:solidFill>
                <a:latin typeface="Calibri" panose="020F0502020204030204" pitchFamily="34" charset="0"/>
              </a:rPr>
              <a:t>User may specify the number of suggestions (default =5).</a:t>
            </a:r>
          </a:p>
          <a:p>
            <a:pPr marL="957263" lvl="1" indent="-477838" algn="l" fontAlgn="b">
              <a:lnSpc>
                <a:spcPct val="150000"/>
              </a:lnSpc>
              <a:spcBef>
                <a:spcPts val="0"/>
              </a:spcBef>
              <a:buFont typeface="Arial" panose="020B0604020202020204" pitchFamily="34" charset="0"/>
              <a:buChar char="•"/>
            </a:pPr>
            <a:r>
              <a:rPr lang="en-US" sz="3600" dirty="0">
                <a:solidFill>
                  <a:srgbClr val="000000"/>
                </a:solidFill>
                <a:latin typeface="Calibri" panose="020F0502020204030204" pitchFamily="34" charset="0"/>
              </a:rPr>
              <a:t>10 extra advanced parameters for fine tuning search results.</a:t>
            </a:r>
          </a:p>
          <a:p>
            <a:pPr marL="957263" lvl="1" indent="-477838" algn="l" fontAlgn="b">
              <a:lnSpc>
                <a:spcPct val="150000"/>
              </a:lnSpc>
              <a:spcBef>
                <a:spcPts val="0"/>
              </a:spcBef>
              <a:buFont typeface="Arial" panose="020B0604020202020204" pitchFamily="34" charset="0"/>
              <a:buChar char="•"/>
            </a:pPr>
            <a:r>
              <a:rPr lang="en-US" sz="3600" dirty="0">
                <a:solidFill>
                  <a:srgbClr val="000000"/>
                </a:solidFill>
                <a:latin typeface="Calibri" panose="020F0502020204030204" pitchFamily="34" charset="0"/>
              </a:rPr>
              <a:t>Allows user to exclude(default) or include explicit content.  </a:t>
            </a:r>
          </a:p>
          <a:p>
            <a:pPr marL="571500" indent="-571500" algn="l" fontAlgn="b">
              <a:lnSpc>
                <a:spcPct val="150000"/>
              </a:lnSpc>
              <a:spcBef>
                <a:spcPts val="0"/>
              </a:spcBef>
              <a:buFont typeface="Arial" panose="020B0604020202020204" pitchFamily="34" charset="0"/>
              <a:buChar char="•"/>
            </a:pPr>
            <a:r>
              <a:rPr lang="en-US" sz="3600" b="1" dirty="0">
                <a:solidFill>
                  <a:srgbClr val="1E8DF8"/>
                </a:solidFill>
                <a:latin typeface="Calibri" panose="020F0502020204030204" pitchFamily="34" charset="0"/>
              </a:rPr>
              <a:t>Results Page:</a:t>
            </a:r>
          </a:p>
          <a:p>
            <a:pPr marL="871538" indent="-392113" algn="l" fontAlgn="b">
              <a:lnSpc>
                <a:spcPct val="150000"/>
              </a:lnSpc>
              <a:spcBef>
                <a:spcPts val="0"/>
              </a:spcBef>
              <a:buFont typeface="Arial" panose="020B0604020202020204" pitchFamily="34" charset="0"/>
              <a:buChar char="•"/>
            </a:pPr>
            <a:r>
              <a:rPr lang="en-US" sz="3600" dirty="0">
                <a:solidFill>
                  <a:srgbClr val="000000"/>
                </a:solidFill>
                <a:latin typeface="Calibri" panose="020F0502020204030204" pitchFamily="34" charset="0"/>
              </a:rPr>
              <a:t>Results page displays songs matching user’s query.</a:t>
            </a:r>
          </a:p>
          <a:p>
            <a:pPr marL="871538" indent="-392113" algn="l" fontAlgn="b">
              <a:lnSpc>
                <a:spcPct val="150000"/>
              </a:lnSpc>
              <a:spcBef>
                <a:spcPts val="0"/>
              </a:spcBef>
              <a:buFont typeface="Arial" panose="020B0604020202020204" pitchFamily="34" charset="0"/>
              <a:buChar char="•"/>
            </a:pPr>
            <a:r>
              <a:rPr lang="en-US" sz="3600" dirty="0">
                <a:solidFill>
                  <a:srgbClr val="000000"/>
                </a:solidFill>
                <a:latin typeface="Calibri" panose="020F0502020204030204" pitchFamily="34" charset="0"/>
              </a:rPr>
              <a:t>Allows user to export playlist to Spotify, Modify the current search or perform a new one.</a:t>
            </a:r>
          </a:p>
          <a:p>
            <a:pPr algn="l" fontAlgn="b">
              <a:lnSpc>
                <a:spcPct val="150000"/>
              </a:lnSpc>
              <a:spcBef>
                <a:spcPts val="0"/>
              </a:spcBef>
            </a:pPr>
            <a:r>
              <a:rPr lang="en-US" sz="3600" b="1" dirty="0">
                <a:solidFill>
                  <a:srgbClr val="1E8DF8"/>
                </a:solidFill>
                <a:latin typeface="Calibri" panose="020F0502020204030204" pitchFamily="34" charset="0"/>
              </a:rPr>
              <a:t>SYSTEM'S CONSTRAINTS: </a:t>
            </a:r>
          </a:p>
          <a:p>
            <a:pPr marL="571500" indent="-571500" algn="l" fontAlgn="b">
              <a:lnSpc>
                <a:spcPct val="150000"/>
              </a:lnSpc>
              <a:spcBef>
                <a:spcPts val="0"/>
              </a:spcBef>
              <a:buFont typeface="Arial" panose="020B0604020202020204" pitchFamily="34" charset="0"/>
              <a:buChar char="•"/>
            </a:pPr>
            <a:r>
              <a:rPr lang="en-US" sz="3600" dirty="0">
                <a:solidFill>
                  <a:srgbClr val="000000"/>
                </a:solidFill>
                <a:latin typeface="Calibri" panose="020F0502020204030204" pitchFamily="34" charset="0"/>
              </a:rPr>
              <a:t>Inaccurate/Dissatisfactory results  on some occasions.</a:t>
            </a:r>
          </a:p>
          <a:p>
            <a:pPr marL="571500" indent="-571500" algn="l" fontAlgn="b">
              <a:lnSpc>
                <a:spcPct val="150000"/>
              </a:lnSpc>
              <a:spcBef>
                <a:spcPts val="0"/>
              </a:spcBef>
              <a:buFont typeface="Arial" panose="020B0604020202020204" pitchFamily="34" charset="0"/>
              <a:buChar char="•"/>
            </a:pPr>
            <a:r>
              <a:rPr lang="en-US" sz="3600" dirty="0">
                <a:solidFill>
                  <a:srgbClr val="000000"/>
                </a:solidFill>
                <a:latin typeface="Calibri" panose="020F0502020204030204" pitchFamily="34" charset="0"/>
              </a:rPr>
              <a:t>No results for highly complex queries. </a:t>
            </a:r>
          </a:p>
          <a:p>
            <a:pPr marL="571500" indent="-571500" algn="l" fontAlgn="b">
              <a:lnSpc>
                <a:spcPct val="150000"/>
              </a:lnSpc>
              <a:spcBef>
                <a:spcPts val="0"/>
              </a:spcBef>
              <a:buFont typeface="Arial" panose="020B0604020202020204" pitchFamily="34" charset="0"/>
              <a:buChar char="•"/>
            </a:pPr>
            <a:r>
              <a:rPr lang="en-US" sz="3600" dirty="0">
                <a:solidFill>
                  <a:srgbClr val="000000"/>
                </a:solidFill>
                <a:latin typeface="Calibri" panose="020F0502020204030204" pitchFamily="34" charset="0"/>
              </a:rPr>
              <a:t>Results with no themes.</a:t>
            </a:r>
          </a:p>
        </p:txBody>
      </p:sp>
      <p:sp>
        <p:nvSpPr>
          <p:cNvPr id="21" name="Title 1">
            <a:extLst>
              <a:ext uri="{FF2B5EF4-FFF2-40B4-BE49-F238E27FC236}">
                <a16:creationId xmlns:a16="http://schemas.microsoft.com/office/drawing/2014/main" id="{FC348A06-1989-3951-0918-DFA4248ACC10}"/>
              </a:ext>
            </a:extLst>
          </p:cNvPr>
          <p:cNvSpPr txBox="1">
            <a:spLocks/>
          </p:cNvSpPr>
          <p:nvPr/>
        </p:nvSpPr>
        <p:spPr>
          <a:xfrm>
            <a:off x="14140132" y="14757952"/>
            <a:ext cx="11840933" cy="1325563"/>
          </a:xfrm>
          <a:prstGeom prst="rect">
            <a:avLst/>
          </a:prstGeom>
        </p:spPr>
        <p:txBody>
          <a:bodyPr vert="horz" lIns="91440" tIns="45720" rIns="91440" bIns="45720" rtlCol="0" anchor="b">
            <a:noAutofit/>
          </a:bodyPr>
          <a:lstStyle>
            <a:lvl1pPr algn="ctr" defTabSz="4389120" rtl="0" eaLnBrk="1" latinLnBrk="0" hangingPunct="1">
              <a:lnSpc>
                <a:spcPct val="90000"/>
              </a:lnSpc>
              <a:spcBef>
                <a:spcPct val="0"/>
              </a:spcBef>
              <a:buNone/>
              <a:defRPr sz="28800" kern="1200">
                <a:solidFill>
                  <a:schemeClr val="tx1"/>
                </a:solidFill>
                <a:latin typeface="+mj-lt"/>
                <a:ea typeface="+mj-ea"/>
                <a:cs typeface="+mj-cs"/>
              </a:defRPr>
            </a:lvl1pPr>
          </a:lstStyle>
          <a:p>
            <a:pPr algn="l"/>
            <a:r>
              <a:rPr lang="en-US" sz="4800" b="1" dirty="0">
                <a:solidFill>
                  <a:srgbClr val="1E8DF8"/>
                </a:solidFill>
                <a:latin typeface="Rockwell" panose="02060603020205020403" pitchFamily="18" charset="0"/>
              </a:rPr>
              <a:t>System Overview</a:t>
            </a:r>
          </a:p>
        </p:txBody>
      </p:sp>
      <p:grpSp>
        <p:nvGrpSpPr>
          <p:cNvPr id="23" name="Group 22">
            <a:extLst>
              <a:ext uri="{FF2B5EF4-FFF2-40B4-BE49-F238E27FC236}">
                <a16:creationId xmlns:a16="http://schemas.microsoft.com/office/drawing/2014/main" id="{A1F0FB11-854F-1525-0141-5BB260015006}"/>
              </a:ext>
            </a:extLst>
          </p:cNvPr>
          <p:cNvGrpSpPr/>
          <p:nvPr/>
        </p:nvGrpSpPr>
        <p:grpSpPr>
          <a:xfrm>
            <a:off x="1250645" y="14920629"/>
            <a:ext cx="12207885" cy="12739972"/>
            <a:chOff x="1212545" y="16444629"/>
            <a:chExt cx="12207885" cy="12739972"/>
          </a:xfrm>
        </p:grpSpPr>
        <p:sp>
          <p:nvSpPr>
            <p:cNvPr id="42" name="Title 1">
              <a:extLst>
                <a:ext uri="{FF2B5EF4-FFF2-40B4-BE49-F238E27FC236}">
                  <a16:creationId xmlns:a16="http://schemas.microsoft.com/office/drawing/2014/main" id="{BBE652F0-DF17-AFCD-BA31-ABF73DD7C881}"/>
                </a:ext>
              </a:extLst>
            </p:cNvPr>
            <p:cNvSpPr txBox="1">
              <a:spLocks/>
            </p:cNvSpPr>
            <p:nvPr/>
          </p:nvSpPr>
          <p:spPr>
            <a:xfrm>
              <a:off x="1212545" y="16444629"/>
              <a:ext cx="11840933" cy="1325563"/>
            </a:xfrm>
            <a:prstGeom prst="rect">
              <a:avLst/>
            </a:prstGeom>
          </p:spPr>
          <p:txBody>
            <a:bodyPr vert="horz" lIns="91440" tIns="45720" rIns="91440" bIns="45720" rtlCol="0" anchor="b">
              <a:noAutofit/>
            </a:bodyPr>
            <a:lstStyle>
              <a:lvl1pPr algn="ctr" defTabSz="4389120" rtl="0" eaLnBrk="1" latinLnBrk="0" hangingPunct="1">
                <a:lnSpc>
                  <a:spcPct val="90000"/>
                </a:lnSpc>
                <a:spcBef>
                  <a:spcPct val="0"/>
                </a:spcBef>
                <a:buNone/>
                <a:defRPr sz="28800" kern="1200">
                  <a:solidFill>
                    <a:schemeClr val="tx1"/>
                  </a:solidFill>
                  <a:latin typeface="+mj-lt"/>
                  <a:ea typeface="+mj-ea"/>
                  <a:cs typeface="+mj-cs"/>
                </a:defRPr>
              </a:lvl1pPr>
            </a:lstStyle>
            <a:p>
              <a:pPr algn="l"/>
              <a:r>
                <a:rPr lang="en-US" sz="4800" b="1" dirty="0">
                  <a:solidFill>
                    <a:srgbClr val="1E8DF8"/>
                  </a:solidFill>
                  <a:latin typeface="Rockwell" panose="02060603020205020403" pitchFamily="18" charset="0"/>
                </a:rPr>
                <a:t>User Interface </a:t>
              </a:r>
            </a:p>
          </p:txBody>
        </p:sp>
        <p:grpSp>
          <p:nvGrpSpPr>
            <p:cNvPr id="13" name="Group 12">
              <a:extLst>
                <a:ext uri="{FF2B5EF4-FFF2-40B4-BE49-F238E27FC236}">
                  <a16:creationId xmlns:a16="http://schemas.microsoft.com/office/drawing/2014/main" id="{7935D844-7D60-2990-4111-81BEEF7CD4B9}"/>
                </a:ext>
              </a:extLst>
            </p:cNvPr>
            <p:cNvGrpSpPr/>
            <p:nvPr/>
          </p:nvGrpSpPr>
          <p:grpSpPr>
            <a:xfrm>
              <a:off x="1391662" y="17950879"/>
              <a:ext cx="12028768" cy="11233722"/>
              <a:chOff x="1778962" y="19191773"/>
              <a:chExt cx="11704934" cy="10931292"/>
            </a:xfrm>
          </p:grpSpPr>
          <p:grpSp>
            <p:nvGrpSpPr>
              <p:cNvPr id="12" name="Group 11">
                <a:extLst>
                  <a:ext uri="{FF2B5EF4-FFF2-40B4-BE49-F238E27FC236}">
                    <a16:creationId xmlns:a16="http://schemas.microsoft.com/office/drawing/2014/main" id="{297D8289-D32D-57ED-301B-A5CB7FFF4720}"/>
                  </a:ext>
                </a:extLst>
              </p:cNvPr>
              <p:cNvGrpSpPr/>
              <p:nvPr/>
            </p:nvGrpSpPr>
            <p:grpSpPr>
              <a:xfrm>
                <a:off x="1778962" y="19191774"/>
                <a:ext cx="3576872" cy="10931291"/>
                <a:chOff x="1466129" y="19191774"/>
                <a:chExt cx="3889705" cy="11887341"/>
              </a:xfrm>
            </p:grpSpPr>
            <p:pic>
              <p:nvPicPr>
                <p:cNvPr id="56" name="Picture 55">
                  <a:extLst>
                    <a:ext uri="{FF2B5EF4-FFF2-40B4-BE49-F238E27FC236}">
                      <a16:creationId xmlns:a16="http://schemas.microsoft.com/office/drawing/2014/main" id="{FE3B64A2-DC6D-FBFB-4D47-E60487BD9F83}"/>
                    </a:ext>
                  </a:extLst>
                </p:cNvPr>
                <p:cNvPicPr>
                  <a:picLocks noChangeAspect="1"/>
                </p:cNvPicPr>
                <p:nvPr/>
              </p:nvPicPr>
              <p:blipFill>
                <a:blip r:embed="rId16"/>
                <a:stretch>
                  <a:fillRect/>
                </a:stretch>
              </p:blipFill>
              <p:spPr>
                <a:xfrm>
                  <a:off x="1466129" y="26319208"/>
                  <a:ext cx="3889705" cy="4759907"/>
                </a:xfrm>
                <a:prstGeom prst="rect">
                  <a:avLst/>
                </a:prstGeom>
              </p:spPr>
            </p:pic>
            <p:pic>
              <p:nvPicPr>
                <p:cNvPr id="57" name="Picture 56">
                  <a:extLst>
                    <a:ext uri="{FF2B5EF4-FFF2-40B4-BE49-F238E27FC236}">
                      <a16:creationId xmlns:a16="http://schemas.microsoft.com/office/drawing/2014/main" id="{73E26532-5A24-0FE6-66E1-32C5BB8D2B86}"/>
                    </a:ext>
                  </a:extLst>
                </p:cNvPr>
                <p:cNvPicPr>
                  <a:picLocks noChangeAspect="1"/>
                </p:cNvPicPr>
                <p:nvPr/>
              </p:nvPicPr>
              <p:blipFill>
                <a:blip r:embed="rId17"/>
                <a:stretch>
                  <a:fillRect/>
                </a:stretch>
              </p:blipFill>
              <p:spPr>
                <a:xfrm>
                  <a:off x="1466129" y="23018124"/>
                  <a:ext cx="3889705" cy="3224270"/>
                </a:xfrm>
                <a:prstGeom prst="rect">
                  <a:avLst/>
                </a:prstGeom>
              </p:spPr>
            </p:pic>
            <p:pic>
              <p:nvPicPr>
                <p:cNvPr id="58" name="Picture 57">
                  <a:extLst>
                    <a:ext uri="{FF2B5EF4-FFF2-40B4-BE49-F238E27FC236}">
                      <a16:creationId xmlns:a16="http://schemas.microsoft.com/office/drawing/2014/main" id="{78AB3CE3-0687-9425-480D-17B5B0C04171}"/>
                    </a:ext>
                  </a:extLst>
                </p:cNvPr>
                <p:cNvPicPr>
                  <a:picLocks noChangeAspect="1"/>
                </p:cNvPicPr>
                <p:nvPr/>
              </p:nvPicPr>
              <p:blipFill>
                <a:blip r:embed="rId18"/>
                <a:stretch>
                  <a:fillRect/>
                </a:stretch>
              </p:blipFill>
              <p:spPr>
                <a:xfrm>
                  <a:off x="1466129" y="19191774"/>
                  <a:ext cx="3889705" cy="3749535"/>
                </a:xfrm>
                <a:prstGeom prst="rect">
                  <a:avLst/>
                </a:prstGeom>
              </p:spPr>
            </p:pic>
          </p:grpSp>
          <p:pic>
            <p:nvPicPr>
              <p:cNvPr id="8" name="Picture 7">
                <a:extLst>
                  <a:ext uri="{FF2B5EF4-FFF2-40B4-BE49-F238E27FC236}">
                    <a16:creationId xmlns:a16="http://schemas.microsoft.com/office/drawing/2014/main" id="{C6610775-8ABD-3167-FAE1-8C45C9833901}"/>
                  </a:ext>
                </a:extLst>
              </p:cNvPr>
              <p:cNvPicPr>
                <a:picLocks noChangeAspect="1"/>
              </p:cNvPicPr>
              <p:nvPr/>
            </p:nvPicPr>
            <p:blipFill>
              <a:blip r:embed="rId19"/>
              <a:stretch>
                <a:fillRect/>
              </a:stretch>
            </p:blipFill>
            <p:spPr>
              <a:xfrm>
                <a:off x="5456888" y="19191773"/>
                <a:ext cx="8027008" cy="6142901"/>
              </a:xfrm>
              <a:prstGeom prst="rect">
                <a:avLst/>
              </a:prstGeom>
            </p:spPr>
          </p:pic>
          <p:pic>
            <p:nvPicPr>
              <p:cNvPr id="9" name="Picture 8">
                <a:extLst>
                  <a:ext uri="{FF2B5EF4-FFF2-40B4-BE49-F238E27FC236}">
                    <a16:creationId xmlns:a16="http://schemas.microsoft.com/office/drawing/2014/main" id="{E19E1492-7955-FEF9-5E6C-B4A3142370E1}"/>
                  </a:ext>
                </a:extLst>
              </p:cNvPr>
              <p:cNvPicPr>
                <a:picLocks noChangeAspect="1"/>
              </p:cNvPicPr>
              <p:nvPr/>
            </p:nvPicPr>
            <p:blipFill>
              <a:blip r:embed="rId20"/>
              <a:stretch>
                <a:fillRect/>
              </a:stretch>
            </p:blipFill>
            <p:spPr>
              <a:xfrm>
                <a:off x="5456887" y="25447336"/>
                <a:ext cx="8027007" cy="4675729"/>
              </a:xfrm>
              <a:prstGeom prst="rect">
                <a:avLst/>
              </a:prstGeom>
            </p:spPr>
          </p:pic>
        </p:grpSp>
      </p:grpSp>
      <p:grpSp>
        <p:nvGrpSpPr>
          <p:cNvPr id="35" name="Group 34">
            <a:extLst>
              <a:ext uri="{FF2B5EF4-FFF2-40B4-BE49-F238E27FC236}">
                <a16:creationId xmlns:a16="http://schemas.microsoft.com/office/drawing/2014/main" id="{128504F0-0275-42C5-3332-73026B03F58F}"/>
              </a:ext>
            </a:extLst>
          </p:cNvPr>
          <p:cNvGrpSpPr/>
          <p:nvPr/>
        </p:nvGrpSpPr>
        <p:grpSpPr>
          <a:xfrm>
            <a:off x="1400695" y="27813001"/>
            <a:ext cx="13894690" cy="5250352"/>
            <a:chOff x="1400695" y="27470101"/>
            <a:chExt cx="13894690" cy="5250352"/>
          </a:xfrm>
        </p:grpSpPr>
        <p:sp>
          <p:nvSpPr>
            <p:cNvPr id="67" name="Title 1">
              <a:extLst>
                <a:ext uri="{FF2B5EF4-FFF2-40B4-BE49-F238E27FC236}">
                  <a16:creationId xmlns:a16="http://schemas.microsoft.com/office/drawing/2014/main" id="{DBF3DD42-4840-5098-728A-1925FE7A6BC5}"/>
                </a:ext>
              </a:extLst>
            </p:cNvPr>
            <p:cNvSpPr txBox="1">
              <a:spLocks/>
            </p:cNvSpPr>
            <p:nvPr/>
          </p:nvSpPr>
          <p:spPr>
            <a:xfrm>
              <a:off x="1400695" y="27470101"/>
              <a:ext cx="13894690" cy="1447099"/>
            </a:xfrm>
            <a:prstGeom prst="rect">
              <a:avLst/>
            </a:prstGeom>
          </p:spPr>
          <p:txBody>
            <a:bodyPr vert="horz" lIns="91440" tIns="45720" rIns="91440" bIns="45720" rtlCol="0" anchor="b">
              <a:normAutofit/>
            </a:bodyPr>
            <a:lstStyle>
              <a:lvl1pPr algn="ctr" defTabSz="4389120" rtl="0" eaLnBrk="1" latinLnBrk="0" hangingPunct="1">
                <a:lnSpc>
                  <a:spcPct val="90000"/>
                </a:lnSpc>
                <a:spcBef>
                  <a:spcPct val="0"/>
                </a:spcBef>
                <a:buNone/>
                <a:defRPr sz="28800" kern="1200">
                  <a:solidFill>
                    <a:schemeClr val="tx1"/>
                  </a:solidFill>
                  <a:latin typeface="+mj-lt"/>
                  <a:ea typeface="+mj-ea"/>
                  <a:cs typeface="+mj-cs"/>
                </a:defRPr>
              </a:lvl1pPr>
            </a:lstStyle>
            <a:p>
              <a:pPr algn="l"/>
              <a:r>
                <a:rPr lang="en-US" sz="4800" b="1" dirty="0">
                  <a:solidFill>
                    <a:srgbClr val="1E8DF8"/>
                  </a:solidFill>
                  <a:latin typeface="Rockwell" panose="02060603020205020403" pitchFamily="18" charset="0"/>
                </a:rPr>
                <a:t>Technologies Used </a:t>
              </a:r>
            </a:p>
          </p:txBody>
        </p:sp>
        <p:sp>
          <p:nvSpPr>
            <p:cNvPr id="34" name="TextBox 33">
              <a:extLst>
                <a:ext uri="{FF2B5EF4-FFF2-40B4-BE49-F238E27FC236}">
                  <a16:creationId xmlns:a16="http://schemas.microsoft.com/office/drawing/2014/main" id="{2C47D15F-B692-8622-6D80-3879F08C77D9}"/>
                </a:ext>
              </a:extLst>
            </p:cNvPr>
            <p:cNvSpPr txBox="1"/>
            <p:nvPr/>
          </p:nvSpPr>
          <p:spPr>
            <a:xfrm>
              <a:off x="1438795" y="29027134"/>
              <a:ext cx="12154588" cy="3693319"/>
            </a:xfrm>
            <a:prstGeom prst="rect">
              <a:avLst/>
            </a:prstGeom>
            <a:noFill/>
          </p:spPr>
          <p:txBody>
            <a:bodyPr wrap="square">
              <a:spAutoFit/>
            </a:bodyPr>
            <a:lstStyle/>
            <a:p>
              <a:pPr>
                <a:lnSpc>
                  <a:spcPct val="150000"/>
                </a:lnSpc>
              </a:pPr>
              <a:r>
                <a:rPr lang="en-US" sz="3600" b="1" dirty="0">
                  <a:solidFill>
                    <a:srgbClr val="1E8DF8"/>
                  </a:solidFill>
                </a:rPr>
                <a:t>Programming Languages – </a:t>
              </a:r>
              <a:r>
                <a:rPr lang="en-US" sz="3600" dirty="0"/>
                <a:t>Python, HTML/CSS/JavaScript, SQLite</a:t>
              </a:r>
              <a:br>
                <a:rPr lang="en-US" sz="3600" dirty="0"/>
              </a:br>
              <a:r>
                <a:rPr lang="en-US" sz="3600" b="1" dirty="0">
                  <a:solidFill>
                    <a:srgbClr val="1E8DF8"/>
                  </a:solidFill>
                </a:rPr>
                <a:t>APIs – </a:t>
              </a:r>
              <a:r>
                <a:rPr lang="en-US" sz="3600" dirty="0"/>
                <a:t>Flask, NumPy, Pandas, Matplotlib, scikit-learn, Bootstrap 4, jQuery.</a:t>
              </a:r>
            </a:p>
            <a:p>
              <a:endParaRPr lang="en-US" sz="3600" dirty="0"/>
            </a:p>
            <a:p>
              <a:endParaRPr lang="en-US" sz="3600" dirty="0"/>
            </a:p>
          </p:txBody>
        </p:sp>
      </p:grpSp>
    </p:spTree>
    <p:extLst>
      <p:ext uri="{BB962C8B-B14F-4D97-AF65-F5344CB8AC3E}">
        <p14:creationId xmlns:p14="http://schemas.microsoft.com/office/powerpoint/2010/main" val="26987516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952</TotalTime>
  <Words>479</Words>
  <Application>Microsoft Office PowerPoint</Application>
  <PresentationFormat>Custom</PresentationFormat>
  <Paragraphs>45</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Bebas Neue</vt:lpstr>
      <vt:lpstr>Calibri</vt:lpstr>
      <vt:lpstr>Calibri Light</vt:lpstr>
      <vt:lpstr>Rockwell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Qasim, Zaina (qasimza)</dc:creator>
  <cp:lastModifiedBy>Qasim, Zaina (qasimza)</cp:lastModifiedBy>
  <cp:revision>3</cp:revision>
  <dcterms:created xsi:type="dcterms:W3CDTF">2023-04-06T13:51:02Z</dcterms:created>
  <dcterms:modified xsi:type="dcterms:W3CDTF">2023-04-24T07:59:28Z</dcterms:modified>
</cp:coreProperties>
</file>